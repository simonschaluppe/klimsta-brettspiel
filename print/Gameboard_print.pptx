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sldIdLst>
    <p:sldId id="322" r:id="rId5"/>
    <p:sldId id="319" r:id="rId6"/>
    <p:sldId id="323" r:id="rId7"/>
  </p:sldIdLst>
  <p:sldSz cx="15119350"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476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53F6B6-E535-9EF0-5DA7-41112EE2B62E}" name="Thomas Verweyen" initials="TV" userId="S::ma0208@technikum-wien.at::d97fb81a-2b81-43b3-8fb0-2c18b13608d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9C9"/>
    <a:srgbClr val="FFFF99"/>
    <a:srgbClr val="FFFFFF"/>
    <a:srgbClr val="DAF2D2"/>
    <a:srgbClr val="B4E5A2"/>
    <a:srgbClr val="EAEEC0"/>
    <a:srgbClr val="F2CFEE"/>
    <a:srgbClr val="C1C3DF"/>
    <a:srgbClr val="C7DDBA"/>
    <a:srgbClr val="15C6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91" autoAdjust="0"/>
    <p:restoredTop sz="94404" autoAdjust="0"/>
  </p:normalViewPr>
  <p:slideViewPr>
    <p:cSldViewPr snapToGrid="0">
      <p:cViewPr>
        <p:scale>
          <a:sx n="100" d="100"/>
          <a:sy n="100" d="100"/>
        </p:scale>
        <p:origin x="112" y="48"/>
      </p:cViewPr>
      <p:guideLst>
        <p:guide orient="horz" pos="3368"/>
        <p:guide pos="47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Verweyen" userId="d97fb81a-2b81-43b3-8fb0-2c18b13608d9" providerId="ADAL" clId="{9154DBFD-9CE0-4A72-9750-5046198B06AC}"/>
    <pc:docChg chg="undo custSel modSld">
      <pc:chgData name="Thomas Verweyen" userId="d97fb81a-2b81-43b3-8fb0-2c18b13608d9" providerId="ADAL" clId="{9154DBFD-9CE0-4A72-9750-5046198B06AC}" dt="2026-08-10T16:35:42.398" v="1204" actId="166"/>
      <pc:docMkLst>
        <pc:docMk/>
      </pc:docMkLst>
      <pc:sldChg chg="addSp delSp modSp mod">
        <pc:chgData name="Thomas Verweyen" userId="d97fb81a-2b81-43b3-8fb0-2c18b13608d9" providerId="ADAL" clId="{9154DBFD-9CE0-4A72-9750-5046198B06AC}" dt="2026-08-10T16:35:42.398" v="1204" actId="166"/>
        <pc:sldMkLst>
          <pc:docMk/>
          <pc:sldMk cId="3323553644" sldId="319"/>
        </pc:sldMkLst>
        <pc:spChg chg="mod">
          <ac:chgData name="Thomas Verweyen" userId="d97fb81a-2b81-43b3-8fb0-2c18b13608d9" providerId="ADAL" clId="{9154DBFD-9CE0-4A72-9750-5046198B06AC}" dt="2026-08-10T15:28:53.872" v="72" actId="207"/>
          <ac:spMkLst>
            <pc:docMk/>
            <pc:sldMk cId="3323553644" sldId="319"/>
            <ac:spMk id="13" creationId="{F0387DB7-76D7-B450-BAB7-AF06BE80AF06}"/>
          </ac:spMkLst>
        </pc:spChg>
        <pc:spChg chg="add mod">
          <ac:chgData name="Thomas Verweyen" userId="d97fb81a-2b81-43b3-8fb0-2c18b13608d9" providerId="ADAL" clId="{9154DBFD-9CE0-4A72-9750-5046198B06AC}" dt="2026-08-10T15:28:41.276" v="70" actId="1076"/>
          <ac:spMkLst>
            <pc:docMk/>
            <pc:sldMk cId="3323553644" sldId="319"/>
            <ac:spMk id="35" creationId="{7B8A6060-C4CB-9132-D45C-676E6401F0B4}"/>
          </ac:spMkLst>
        </pc:spChg>
        <pc:spChg chg="add mod ord">
          <ac:chgData name="Thomas Verweyen" userId="d97fb81a-2b81-43b3-8fb0-2c18b13608d9" providerId="ADAL" clId="{9154DBFD-9CE0-4A72-9750-5046198B06AC}" dt="2026-08-10T15:29:40.418" v="109" actId="1076"/>
          <ac:spMkLst>
            <pc:docMk/>
            <pc:sldMk cId="3323553644" sldId="319"/>
            <ac:spMk id="47" creationId="{9C9DFCE7-7447-424C-BFC7-52656CCD8619}"/>
          </ac:spMkLst>
        </pc:spChg>
        <pc:spChg chg="mod">
          <ac:chgData name="Thomas Verweyen" userId="d97fb81a-2b81-43b3-8fb0-2c18b13608d9" providerId="ADAL" clId="{9154DBFD-9CE0-4A72-9750-5046198B06AC}" dt="2026-08-10T15:45:54.147" v="382"/>
          <ac:spMkLst>
            <pc:docMk/>
            <pc:sldMk cId="3323553644" sldId="319"/>
            <ac:spMk id="52" creationId="{327F9AB3-10F5-2681-E9E2-E138E5D0F16C}"/>
          </ac:spMkLst>
        </pc:spChg>
        <pc:spChg chg="mod">
          <ac:chgData name="Thomas Verweyen" userId="d97fb81a-2b81-43b3-8fb0-2c18b13608d9" providerId="ADAL" clId="{9154DBFD-9CE0-4A72-9750-5046198B06AC}" dt="2026-08-10T15:46:05.236" v="431"/>
          <ac:spMkLst>
            <pc:docMk/>
            <pc:sldMk cId="3323553644" sldId="319"/>
            <ac:spMk id="55" creationId="{4C9302B6-4839-B422-DF7B-ED863BFA1B98}"/>
          </ac:spMkLst>
        </pc:spChg>
        <pc:spChg chg="mod">
          <ac:chgData name="Thomas Verweyen" userId="d97fb81a-2b81-43b3-8fb0-2c18b13608d9" providerId="ADAL" clId="{9154DBFD-9CE0-4A72-9750-5046198B06AC}" dt="2026-08-10T15:46:17.803" v="433"/>
          <ac:spMkLst>
            <pc:docMk/>
            <pc:sldMk cId="3323553644" sldId="319"/>
            <ac:spMk id="58" creationId="{8464637E-ECB4-2F5E-D634-B142D269FE20}"/>
          </ac:spMkLst>
        </pc:spChg>
        <pc:spChg chg="mod">
          <ac:chgData name="Thomas Verweyen" userId="d97fb81a-2b81-43b3-8fb0-2c18b13608d9" providerId="ADAL" clId="{9154DBFD-9CE0-4A72-9750-5046198B06AC}" dt="2026-08-10T15:46:30.142" v="510"/>
          <ac:spMkLst>
            <pc:docMk/>
            <pc:sldMk cId="3323553644" sldId="319"/>
            <ac:spMk id="61" creationId="{193C6E27-19EE-7805-58F0-B0587CCC8CC5}"/>
          </ac:spMkLst>
        </pc:spChg>
        <pc:spChg chg="mod">
          <ac:chgData name="Thomas Verweyen" userId="d97fb81a-2b81-43b3-8fb0-2c18b13608d9" providerId="ADAL" clId="{9154DBFD-9CE0-4A72-9750-5046198B06AC}" dt="2026-08-10T15:46:30.705" v="511"/>
          <ac:spMkLst>
            <pc:docMk/>
            <pc:sldMk cId="3323553644" sldId="319"/>
            <ac:spMk id="102" creationId="{08FCE35A-7747-6462-830B-8905C94761D6}"/>
          </ac:spMkLst>
        </pc:spChg>
        <pc:spChg chg="mod">
          <ac:chgData name="Thomas Verweyen" userId="d97fb81a-2b81-43b3-8fb0-2c18b13608d9" providerId="ADAL" clId="{9154DBFD-9CE0-4A72-9750-5046198B06AC}" dt="2026-08-10T15:47:13.238" v="525"/>
          <ac:spMkLst>
            <pc:docMk/>
            <pc:sldMk cId="3323553644" sldId="319"/>
            <ac:spMk id="138" creationId="{10B975A0-0376-BB45-F8B7-37CAA4535447}"/>
          </ac:spMkLst>
        </pc:spChg>
        <pc:spChg chg="mod">
          <ac:chgData name="Thomas Verweyen" userId="d97fb81a-2b81-43b3-8fb0-2c18b13608d9" providerId="ADAL" clId="{9154DBFD-9CE0-4A72-9750-5046198B06AC}" dt="2026-08-10T15:46:31.752" v="513"/>
          <ac:spMkLst>
            <pc:docMk/>
            <pc:sldMk cId="3323553644" sldId="319"/>
            <ac:spMk id="141" creationId="{0764FB06-269B-FB23-EDEC-6DF908C45003}"/>
          </ac:spMkLst>
        </pc:spChg>
        <pc:spChg chg="mod">
          <ac:chgData name="Thomas Verweyen" userId="d97fb81a-2b81-43b3-8fb0-2c18b13608d9" providerId="ADAL" clId="{9154DBFD-9CE0-4A72-9750-5046198B06AC}" dt="2026-08-10T15:46:32.378" v="514"/>
          <ac:spMkLst>
            <pc:docMk/>
            <pc:sldMk cId="3323553644" sldId="319"/>
            <ac:spMk id="144" creationId="{25806AE5-F844-6F9D-289A-26C4B8314A50}"/>
          </ac:spMkLst>
        </pc:spChg>
        <pc:spChg chg="mod">
          <ac:chgData name="Thomas Verweyen" userId="d97fb81a-2b81-43b3-8fb0-2c18b13608d9" providerId="ADAL" clId="{9154DBFD-9CE0-4A72-9750-5046198B06AC}" dt="2026-08-10T15:46:33.042" v="515"/>
          <ac:spMkLst>
            <pc:docMk/>
            <pc:sldMk cId="3323553644" sldId="319"/>
            <ac:spMk id="147" creationId="{E08CD1A8-B4E1-ABD9-812B-772427C3E429}"/>
          </ac:spMkLst>
        </pc:spChg>
        <pc:spChg chg="mod">
          <ac:chgData name="Thomas Verweyen" userId="d97fb81a-2b81-43b3-8fb0-2c18b13608d9" providerId="ADAL" clId="{9154DBFD-9CE0-4A72-9750-5046198B06AC}" dt="2026-08-10T15:46:33.713" v="516"/>
          <ac:spMkLst>
            <pc:docMk/>
            <pc:sldMk cId="3323553644" sldId="319"/>
            <ac:spMk id="167" creationId="{E0B6D259-8767-0955-4B7B-9E2373EEB37D}"/>
          </ac:spMkLst>
        </pc:spChg>
        <pc:spChg chg="mod">
          <ac:chgData name="Thomas Verweyen" userId="d97fb81a-2b81-43b3-8fb0-2c18b13608d9" providerId="ADAL" clId="{9154DBFD-9CE0-4A72-9750-5046198B06AC}" dt="2026-08-10T15:46:45.206" v="519" actId="20577"/>
          <ac:spMkLst>
            <pc:docMk/>
            <pc:sldMk cId="3323553644" sldId="319"/>
            <ac:spMk id="192" creationId="{7F87969B-70BD-4B2E-F036-41993A1A3CD8}"/>
          </ac:spMkLst>
        </pc:spChg>
        <pc:spChg chg="add del">
          <ac:chgData name="Thomas Verweyen" userId="d97fb81a-2b81-43b3-8fb0-2c18b13608d9" providerId="ADAL" clId="{9154DBFD-9CE0-4A72-9750-5046198B06AC}" dt="2026-08-10T15:47:10.454" v="523" actId="22"/>
          <ac:spMkLst>
            <pc:docMk/>
            <pc:sldMk cId="3323553644" sldId="319"/>
            <ac:spMk id="210" creationId="{F87BDB15-D798-C999-141B-27CCF64BA8F2}"/>
          </ac:spMkLst>
        </pc:spChg>
        <pc:spChg chg="add mod">
          <ac:chgData name="Thomas Verweyen" userId="d97fb81a-2b81-43b3-8fb0-2c18b13608d9" providerId="ADAL" clId="{9154DBFD-9CE0-4A72-9750-5046198B06AC}" dt="2026-08-10T15:47:13.238" v="525"/>
          <ac:spMkLst>
            <pc:docMk/>
            <pc:sldMk cId="3323553644" sldId="319"/>
            <ac:spMk id="211" creationId="{67A414F5-0AED-9B33-79AB-8C7D3D60E721}"/>
          </ac:spMkLst>
        </pc:spChg>
        <pc:spChg chg="mod">
          <ac:chgData name="Thomas Verweyen" userId="d97fb81a-2b81-43b3-8fb0-2c18b13608d9" providerId="ADAL" clId="{9154DBFD-9CE0-4A72-9750-5046198B06AC}" dt="2026-08-10T15:47:17.518" v="526"/>
          <ac:spMkLst>
            <pc:docMk/>
            <pc:sldMk cId="3323553644" sldId="319"/>
            <ac:spMk id="214" creationId="{F3657A1A-668D-8C07-6355-BF33C2243729}"/>
          </ac:spMkLst>
        </pc:spChg>
        <pc:spChg chg="mod">
          <ac:chgData name="Thomas Verweyen" userId="d97fb81a-2b81-43b3-8fb0-2c18b13608d9" providerId="ADAL" clId="{9154DBFD-9CE0-4A72-9750-5046198B06AC}" dt="2026-08-10T15:47:33.539" v="528"/>
          <ac:spMkLst>
            <pc:docMk/>
            <pc:sldMk cId="3323553644" sldId="319"/>
            <ac:spMk id="217" creationId="{6CCF14C2-678C-1D3B-6198-9121EBB467ED}"/>
          </ac:spMkLst>
        </pc:spChg>
        <pc:spChg chg="mod">
          <ac:chgData name="Thomas Verweyen" userId="d97fb81a-2b81-43b3-8fb0-2c18b13608d9" providerId="ADAL" clId="{9154DBFD-9CE0-4A72-9750-5046198B06AC}" dt="2026-08-10T15:47:45.456" v="548"/>
          <ac:spMkLst>
            <pc:docMk/>
            <pc:sldMk cId="3323553644" sldId="319"/>
            <ac:spMk id="220" creationId="{C9731480-BE02-12E0-CF61-DF8DE1FAC02A}"/>
          </ac:spMkLst>
        </pc:spChg>
        <pc:spChg chg="mod">
          <ac:chgData name="Thomas Verweyen" userId="d97fb81a-2b81-43b3-8fb0-2c18b13608d9" providerId="ADAL" clId="{9154DBFD-9CE0-4A72-9750-5046198B06AC}" dt="2026-08-10T15:47:46.481" v="549"/>
          <ac:spMkLst>
            <pc:docMk/>
            <pc:sldMk cId="3323553644" sldId="319"/>
            <ac:spMk id="223" creationId="{570CEEBC-E3C4-9427-4065-B0BCC1EABA64}"/>
          </ac:spMkLst>
        </pc:spChg>
        <pc:spChg chg="add mod">
          <ac:chgData name="Thomas Verweyen" userId="d97fb81a-2b81-43b3-8fb0-2c18b13608d9" providerId="ADAL" clId="{9154DBFD-9CE0-4A72-9750-5046198B06AC}" dt="2026-08-10T15:48:00.444" v="553"/>
          <ac:spMkLst>
            <pc:docMk/>
            <pc:sldMk cId="3323553644" sldId="319"/>
            <ac:spMk id="225" creationId="{2356C01C-01F8-D831-430F-C873213B85AD}"/>
          </ac:spMkLst>
        </pc:spChg>
        <pc:spChg chg="add mod">
          <ac:chgData name="Thomas Verweyen" userId="d97fb81a-2b81-43b3-8fb0-2c18b13608d9" providerId="ADAL" clId="{9154DBFD-9CE0-4A72-9750-5046198B06AC}" dt="2026-08-10T15:48:16.850" v="562"/>
          <ac:spMkLst>
            <pc:docMk/>
            <pc:sldMk cId="3323553644" sldId="319"/>
            <ac:spMk id="226" creationId="{C9E1C10D-5DB9-E663-723C-C1FA842EEFD0}"/>
          </ac:spMkLst>
        </pc:spChg>
        <pc:spChg chg="add mod">
          <ac:chgData name="Thomas Verweyen" userId="d97fb81a-2b81-43b3-8fb0-2c18b13608d9" providerId="ADAL" clId="{9154DBFD-9CE0-4A72-9750-5046198B06AC}" dt="2026-08-10T15:48:16.850" v="562"/>
          <ac:spMkLst>
            <pc:docMk/>
            <pc:sldMk cId="3323553644" sldId="319"/>
            <ac:spMk id="232" creationId="{A9A06965-BDC9-2CCB-23DA-50E1EE95D6EC}"/>
          </ac:spMkLst>
        </pc:spChg>
        <pc:spChg chg="add mod">
          <ac:chgData name="Thomas Verweyen" userId="d97fb81a-2b81-43b3-8fb0-2c18b13608d9" providerId="ADAL" clId="{9154DBFD-9CE0-4A72-9750-5046198B06AC}" dt="2026-08-10T15:48:16.850" v="562"/>
          <ac:spMkLst>
            <pc:docMk/>
            <pc:sldMk cId="3323553644" sldId="319"/>
            <ac:spMk id="239" creationId="{C0BE50CC-3990-4DD1-F7B9-E76444F3F24A}"/>
          </ac:spMkLst>
        </pc:spChg>
        <pc:spChg chg="mod">
          <ac:chgData name="Thomas Verweyen" userId="d97fb81a-2b81-43b3-8fb0-2c18b13608d9" providerId="ADAL" clId="{9154DBFD-9CE0-4A72-9750-5046198B06AC}" dt="2026-08-10T15:48:22.658" v="563" actId="1076"/>
          <ac:spMkLst>
            <pc:docMk/>
            <pc:sldMk cId="3323553644" sldId="319"/>
            <ac:spMk id="244" creationId="{A01D1BB2-C7D8-3F73-8A1D-FA71908678DA}"/>
          </ac:spMkLst>
        </pc:spChg>
        <pc:spChg chg="add mod">
          <ac:chgData name="Thomas Verweyen" userId="d97fb81a-2b81-43b3-8fb0-2c18b13608d9" providerId="ADAL" clId="{9154DBFD-9CE0-4A72-9750-5046198B06AC}" dt="2026-08-10T16:00:33.866" v="908" actId="1076"/>
          <ac:spMkLst>
            <pc:docMk/>
            <pc:sldMk cId="3323553644" sldId="319"/>
            <ac:spMk id="257" creationId="{0665C346-69A5-4F28-DDF5-4F70869808B4}"/>
          </ac:spMkLst>
        </pc:spChg>
        <pc:spChg chg="add mod">
          <ac:chgData name="Thomas Verweyen" userId="d97fb81a-2b81-43b3-8fb0-2c18b13608d9" providerId="ADAL" clId="{9154DBFD-9CE0-4A72-9750-5046198B06AC}" dt="2026-08-10T16:00:34.476" v="909"/>
          <ac:spMkLst>
            <pc:docMk/>
            <pc:sldMk cId="3323553644" sldId="319"/>
            <ac:spMk id="260" creationId="{204A5A03-67D2-6DA6-D7EE-A4B19FEBA22B}"/>
          </ac:spMkLst>
        </pc:spChg>
        <pc:spChg chg="add mod">
          <ac:chgData name="Thomas Verweyen" userId="d97fb81a-2b81-43b3-8fb0-2c18b13608d9" providerId="ADAL" clId="{9154DBFD-9CE0-4A72-9750-5046198B06AC}" dt="2026-08-10T16:00:34.959" v="910"/>
          <ac:spMkLst>
            <pc:docMk/>
            <pc:sldMk cId="3323553644" sldId="319"/>
            <ac:spMk id="263" creationId="{FE79925E-58E2-66F7-CC63-BA3BC954C02E}"/>
          </ac:spMkLst>
        </pc:spChg>
        <pc:spChg chg="add mod">
          <ac:chgData name="Thomas Verweyen" userId="d97fb81a-2b81-43b3-8fb0-2c18b13608d9" providerId="ADAL" clId="{9154DBFD-9CE0-4A72-9750-5046198B06AC}" dt="2026-08-10T16:00:35.311" v="911"/>
          <ac:spMkLst>
            <pc:docMk/>
            <pc:sldMk cId="3323553644" sldId="319"/>
            <ac:spMk id="266" creationId="{5EBD3D83-BC9C-3D44-280C-E1199D2DAEF1}"/>
          </ac:spMkLst>
        </pc:spChg>
        <pc:spChg chg="add mod">
          <ac:chgData name="Thomas Verweyen" userId="d97fb81a-2b81-43b3-8fb0-2c18b13608d9" providerId="ADAL" clId="{9154DBFD-9CE0-4A72-9750-5046198B06AC}" dt="2026-08-10T16:00:35.513" v="912"/>
          <ac:spMkLst>
            <pc:docMk/>
            <pc:sldMk cId="3323553644" sldId="319"/>
            <ac:spMk id="269" creationId="{D527381F-FB7B-BF6E-B392-F491003D85A8}"/>
          </ac:spMkLst>
        </pc:spChg>
        <pc:spChg chg="add mod">
          <ac:chgData name="Thomas Verweyen" userId="d97fb81a-2b81-43b3-8fb0-2c18b13608d9" providerId="ADAL" clId="{9154DBFD-9CE0-4A72-9750-5046198B06AC}" dt="2026-08-10T16:00:35.717" v="913"/>
          <ac:spMkLst>
            <pc:docMk/>
            <pc:sldMk cId="3323553644" sldId="319"/>
            <ac:spMk id="273" creationId="{6265853F-F1BE-DCD3-5F37-3A8507AFF506}"/>
          </ac:spMkLst>
        </pc:spChg>
        <pc:spChg chg="add mod">
          <ac:chgData name="Thomas Verweyen" userId="d97fb81a-2b81-43b3-8fb0-2c18b13608d9" providerId="ADAL" clId="{9154DBFD-9CE0-4A72-9750-5046198B06AC}" dt="2026-08-10T16:00:40.494" v="914"/>
          <ac:spMkLst>
            <pc:docMk/>
            <pc:sldMk cId="3323553644" sldId="319"/>
            <ac:spMk id="274" creationId="{604396BA-08AD-69BB-8EBC-6388A7BA566D}"/>
          </ac:spMkLst>
        </pc:spChg>
        <pc:spChg chg="add mod">
          <ac:chgData name="Thomas Verweyen" userId="d97fb81a-2b81-43b3-8fb0-2c18b13608d9" providerId="ADAL" clId="{9154DBFD-9CE0-4A72-9750-5046198B06AC}" dt="2026-08-10T16:00:40.849" v="915"/>
          <ac:spMkLst>
            <pc:docMk/>
            <pc:sldMk cId="3323553644" sldId="319"/>
            <ac:spMk id="275" creationId="{651BEA09-7BA5-F306-2872-1DDDA7110825}"/>
          </ac:spMkLst>
        </pc:spChg>
        <pc:spChg chg="add mod">
          <ac:chgData name="Thomas Verweyen" userId="d97fb81a-2b81-43b3-8fb0-2c18b13608d9" providerId="ADAL" clId="{9154DBFD-9CE0-4A72-9750-5046198B06AC}" dt="2026-08-10T16:00:41.312" v="916"/>
          <ac:spMkLst>
            <pc:docMk/>
            <pc:sldMk cId="3323553644" sldId="319"/>
            <ac:spMk id="276" creationId="{9FC39853-FD2D-170C-418E-D667F37BD17E}"/>
          </ac:spMkLst>
        </pc:spChg>
        <pc:spChg chg="add mod">
          <ac:chgData name="Thomas Verweyen" userId="d97fb81a-2b81-43b3-8fb0-2c18b13608d9" providerId="ADAL" clId="{9154DBFD-9CE0-4A72-9750-5046198B06AC}" dt="2026-08-10T16:00:41.752" v="917"/>
          <ac:spMkLst>
            <pc:docMk/>
            <pc:sldMk cId="3323553644" sldId="319"/>
            <ac:spMk id="277" creationId="{1584AD08-17CD-D93E-D7FC-8DC669156390}"/>
          </ac:spMkLst>
        </pc:spChg>
        <pc:spChg chg="add mod">
          <ac:chgData name="Thomas Verweyen" userId="d97fb81a-2b81-43b3-8fb0-2c18b13608d9" providerId="ADAL" clId="{9154DBFD-9CE0-4A72-9750-5046198B06AC}" dt="2026-08-10T16:00:42.225" v="918"/>
          <ac:spMkLst>
            <pc:docMk/>
            <pc:sldMk cId="3323553644" sldId="319"/>
            <ac:spMk id="278" creationId="{E9F9A05F-D35E-CF85-6FFD-E9134A656A4F}"/>
          </ac:spMkLst>
        </pc:spChg>
        <pc:spChg chg="add mod">
          <ac:chgData name="Thomas Verweyen" userId="d97fb81a-2b81-43b3-8fb0-2c18b13608d9" providerId="ADAL" clId="{9154DBFD-9CE0-4A72-9750-5046198B06AC}" dt="2026-08-10T16:00:42.679" v="919"/>
          <ac:spMkLst>
            <pc:docMk/>
            <pc:sldMk cId="3323553644" sldId="319"/>
            <ac:spMk id="279" creationId="{99395DFE-2483-FFB4-AA97-8273BBF1BD25}"/>
          </ac:spMkLst>
        </pc:spChg>
        <pc:spChg chg="add mod">
          <ac:chgData name="Thomas Verweyen" userId="d97fb81a-2b81-43b3-8fb0-2c18b13608d9" providerId="ADAL" clId="{9154DBFD-9CE0-4A72-9750-5046198B06AC}" dt="2026-08-10T16:00:43.152" v="920"/>
          <ac:spMkLst>
            <pc:docMk/>
            <pc:sldMk cId="3323553644" sldId="319"/>
            <ac:spMk id="280" creationId="{2181D571-4024-05C5-3CAB-21A1484DBE1D}"/>
          </ac:spMkLst>
        </pc:spChg>
        <pc:spChg chg="add mod">
          <ac:chgData name="Thomas Verweyen" userId="d97fb81a-2b81-43b3-8fb0-2c18b13608d9" providerId="ADAL" clId="{9154DBFD-9CE0-4A72-9750-5046198B06AC}" dt="2026-08-10T16:00:43.604" v="921"/>
          <ac:spMkLst>
            <pc:docMk/>
            <pc:sldMk cId="3323553644" sldId="319"/>
            <ac:spMk id="281" creationId="{328DE23C-8102-0852-9E9E-EF92164533A9}"/>
          </ac:spMkLst>
        </pc:spChg>
        <pc:spChg chg="add mod">
          <ac:chgData name="Thomas Verweyen" userId="d97fb81a-2b81-43b3-8fb0-2c18b13608d9" providerId="ADAL" clId="{9154DBFD-9CE0-4A72-9750-5046198B06AC}" dt="2026-08-10T16:00:44.041" v="922"/>
          <ac:spMkLst>
            <pc:docMk/>
            <pc:sldMk cId="3323553644" sldId="319"/>
            <ac:spMk id="282" creationId="{7E4EE19B-DA45-7D33-F181-A7B5789FF449}"/>
          </ac:spMkLst>
        </pc:spChg>
        <pc:spChg chg="add mod">
          <ac:chgData name="Thomas Verweyen" userId="d97fb81a-2b81-43b3-8fb0-2c18b13608d9" providerId="ADAL" clId="{9154DBFD-9CE0-4A72-9750-5046198B06AC}" dt="2026-08-10T16:20:28.970" v="1035" actId="20577"/>
          <ac:spMkLst>
            <pc:docMk/>
            <pc:sldMk cId="3323553644" sldId="319"/>
            <ac:spMk id="296" creationId="{02F6E33F-0D64-C738-8A6A-F8BB48907BD7}"/>
          </ac:spMkLst>
        </pc:spChg>
        <pc:spChg chg="add mod">
          <ac:chgData name="Thomas Verweyen" userId="d97fb81a-2b81-43b3-8fb0-2c18b13608d9" providerId="ADAL" clId="{9154DBFD-9CE0-4A72-9750-5046198B06AC}" dt="2026-08-10T16:20:56.478" v="1042" actId="20577"/>
          <ac:spMkLst>
            <pc:docMk/>
            <pc:sldMk cId="3323553644" sldId="319"/>
            <ac:spMk id="300" creationId="{02A01E62-DBC3-9F14-7C91-2FBCAD9CD51D}"/>
          </ac:spMkLst>
        </pc:spChg>
        <pc:spChg chg="add mod">
          <ac:chgData name="Thomas Verweyen" userId="d97fb81a-2b81-43b3-8fb0-2c18b13608d9" providerId="ADAL" clId="{9154DBFD-9CE0-4A72-9750-5046198B06AC}" dt="2026-08-10T16:21:32.240" v="1049" actId="20577"/>
          <ac:spMkLst>
            <pc:docMk/>
            <pc:sldMk cId="3323553644" sldId="319"/>
            <ac:spMk id="305" creationId="{6656C975-CCC1-B835-72CB-45B5B3119C7F}"/>
          </ac:spMkLst>
        </pc:spChg>
        <pc:spChg chg="add mod">
          <ac:chgData name="Thomas Verweyen" userId="d97fb81a-2b81-43b3-8fb0-2c18b13608d9" providerId="ADAL" clId="{9154DBFD-9CE0-4A72-9750-5046198B06AC}" dt="2026-08-10T16:21:58.768" v="1056" actId="20577"/>
          <ac:spMkLst>
            <pc:docMk/>
            <pc:sldMk cId="3323553644" sldId="319"/>
            <ac:spMk id="311" creationId="{3CD72342-835C-A3B3-9E87-5C1DDC97416F}"/>
          </ac:spMkLst>
        </pc:spChg>
        <pc:spChg chg="add mod">
          <ac:chgData name="Thomas Verweyen" userId="d97fb81a-2b81-43b3-8fb0-2c18b13608d9" providerId="ADAL" clId="{9154DBFD-9CE0-4A72-9750-5046198B06AC}" dt="2026-08-10T16:22:12.921" v="1060" actId="20577"/>
          <ac:spMkLst>
            <pc:docMk/>
            <pc:sldMk cId="3323553644" sldId="319"/>
            <ac:spMk id="315" creationId="{F8D65B3A-C202-71ED-4F3D-AB914A6DF27F}"/>
          </ac:spMkLst>
        </pc:spChg>
        <pc:spChg chg="add mod ord">
          <ac:chgData name="Thomas Verweyen" userId="d97fb81a-2b81-43b3-8fb0-2c18b13608d9" providerId="ADAL" clId="{9154DBFD-9CE0-4A72-9750-5046198B06AC}" dt="2026-08-10T16:35:38.352" v="1203" actId="171"/>
          <ac:spMkLst>
            <pc:docMk/>
            <pc:sldMk cId="3323553644" sldId="319"/>
            <ac:spMk id="319" creationId="{6495A2AD-7695-B384-C0E7-29CECDA40A99}"/>
          </ac:spMkLst>
        </pc:spChg>
        <pc:spChg chg="add mod">
          <ac:chgData name="Thomas Verweyen" userId="d97fb81a-2b81-43b3-8fb0-2c18b13608d9" providerId="ADAL" clId="{9154DBFD-9CE0-4A72-9750-5046198B06AC}" dt="2026-08-10T16:34:58.727" v="1164" actId="1076"/>
          <ac:spMkLst>
            <pc:docMk/>
            <pc:sldMk cId="3323553644" sldId="319"/>
            <ac:spMk id="322" creationId="{DE67FD7F-C309-CE61-C1B5-BA3099E5FDB3}"/>
          </ac:spMkLst>
        </pc:spChg>
        <pc:spChg chg="add mod ord">
          <ac:chgData name="Thomas Verweyen" userId="d97fb81a-2b81-43b3-8fb0-2c18b13608d9" providerId="ADAL" clId="{9154DBFD-9CE0-4A72-9750-5046198B06AC}" dt="2026-08-10T16:35:38.352" v="1203" actId="171"/>
          <ac:spMkLst>
            <pc:docMk/>
            <pc:sldMk cId="3323553644" sldId="319"/>
            <ac:spMk id="323" creationId="{94D77A27-327A-C168-1262-922640EA2DC2}"/>
          </ac:spMkLst>
        </pc:spChg>
        <pc:spChg chg="add mod">
          <ac:chgData name="Thomas Verweyen" userId="d97fb81a-2b81-43b3-8fb0-2c18b13608d9" providerId="ADAL" clId="{9154DBFD-9CE0-4A72-9750-5046198B06AC}" dt="2026-08-10T16:34:58.727" v="1164" actId="1076"/>
          <ac:spMkLst>
            <pc:docMk/>
            <pc:sldMk cId="3323553644" sldId="319"/>
            <ac:spMk id="324" creationId="{372087F4-FACE-082E-2706-9C376D4D1748}"/>
          </ac:spMkLst>
        </pc:spChg>
        <pc:spChg chg="add mod ord">
          <ac:chgData name="Thomas Verweyen" userId="d97fb81a-2b81-43b3-8fb0-2c18b13608d9" providerId="ADAL" clId="{9154DBFD-9CE0-4A72-9750-5046198B06AC}" dt="2026-08-10T16:35:38.352" v="1203" actId="171"/>
          <ac:spMkLst>
            <pc:docMk/>
            <pc:sldMk cId="3323553644" sldId="319"/>
            <ac:spMk id="325" creationId="{DA6D9BDF-A77A-84B4-6536-9F27D92EE8F2}"/>
          </ac:spMkLst>
        </pc:spChg>
        <pc:spChg chg="add mod">
          <ac:chgData name="Thomas Verweyen" userId="d97fb81a-2b81-43b3-8fb0-2c18b13608d9" providerId="ADAL" clId="{9154DBFD-9CE0-4A72-9750-5046198B06AC}" dt="2026-08-10T16:34:58.727" v="1164" actId="1076"/>
          <ac:spMkLst>
            <pc:docMk/>
            <pc:sldMk cId="3323553644" sldId="319"/>
            <ac:spMk id="326" creationId="{61820CD2-C4C7-720D-DB59-9DCE72313D14}"/>
          </ac:spMkLst>
        </pc:spChg>
        <pc:spChg chg="add mod ord">
          <ac:chgData name="Thomas Verweyen" userId="d97fb81a-2b81-43b3-8fb0-2c18b13608d9" providerId="ADAL" clId="{9154DBFD-9CE0-4A72-9750-5046198B06AC}" dt="2026-08-10T16:35:38.352" v="1203" actId="171"/>
          <ac:spMkLst>
            <pc:docMk/>
            <pc:sldMk cId="3323553644" sldId="319"/>
            <ac:spMk id="327" creationId="{37A29D4D-F276-12F6-8908-1B3065CD78B4}"/>
          </ac:spMkLst>
        </pc:spChg>
        <pc:spChg chg="add mod">
          <ac:chgData name="Thomas Verweyen" userId="d97fb81a-2b81-43b3-8fb0-2c18b13608d9" providerId="ADAL" clId="{9154DBFD-9CE0-4A72-9750-5046198B06AC}" dt="2026-08-10T16:34:58.727" v="1164" actId="1076"/>
          <ac:spMkLst>
            <pc:docMk/>
            <pc:sldMk cId="3323553644" sldId="319"/>
            <ac:spMk id="328" creationId="{20B4D15A-A288-20B5-CC25-CA9C2E63918C}"/>
          </ac:spMkLst>
        </pc:spChg>
        <pc:spChg chg="add mod ord">
          <ac:chgData name="Thomas Verweyen" userId="d97fb81a-2b81-43b3-8fb0-2c18b13608d9" providerId="ADAL" clId="{9154DBFD-9CE0-4A72-9750-5046198B06AC}" dt="2026-08-10T16:35:38.352" v="1203" actId="171"/>
          <ac:spMkLst>
            <pc:docMk/>
            <pc:sldMk cId="3323553644" sldId="319"/>
            <ac:spMk id="329" creationId="{B6ACE124-DB3B-7E02-6496-D2B850402B46}"/>
          </ac:spMkLst>
        </pc:spChg>
        <pc:spChg chg="add mod">
          <ac:chgData name="Thomas Verweyen" userId="d97fb81a-2b81-43b3-8fb0-2c18b13608d9" providerId="ADAL" clId="{9154DBFD-9CE0-4A72-9750-5046198B06AC}" dt="2026-08-10T16:34:58.727" v="1164" actId="1076"/>
          <ac:spMkLst>
            <pc:docMk/>
            <pc:sldMk cId="3323553644" sldId="319"/>
            <ac:spMk id="330" creationId="{3FBF17EF-5766-D53F-A24E-F531C802B3BF}"/>
          </ac:spMkLst>
        </pc:spChg>
        <pc:spChg chg="mod">
          <ac:chgData name="Thomas Verweyen" userId="d97fb81a-2b81-43b3-8fb0-2c18b13608d9" providerId="ADAL" clId="{9154DBFD-9CE0-4A72-9750-5046198B06AC}" dt="2026-08-10T15:48:16.850" v="562"/>
          <ac:spMkLst>
            <pc:docMk/>
            <pc:sldMk cId="3323553644" sldId="319"/>
            <ac:spMk id="742" creationId="{0746C1ED-484B-A888-8370-D03351EFE40D}"/>
          </ac:spMkLst>
        </pc:spChg>
        <pc:spChg chg="mod">
          <ac:chgData name="Thomas Verweyen" userId="d97fb81a-2b81-43b3-8fb0-2c18b13608d9" providerId="ADAL" clId="{9154DBFD-9CE0-4A72-9750-5046198B06AC}" dt="2026-08-10T15:48:11.660" v="557"/>
          <ac:spMkLst>
            <pc:docMk/>
            <pc:sldMk cId="3323553644" sldId="319"/>
            <ac:spMk id="746" creationId="{CB682BC2-3EE9-252E-A4F3-4D2283368602}"/>
          </ac:spMkLst>
        </pc:spChg>
        <pc:spChg chg="mod">
          <ac:chgData name="Thomas Verweyen" userId="d97fb81a-2b81-43b3-8fb0-2c18b13608d9" providerId="ADAL" clId="{9154DBFD-9CE0-4A72-9750-5046198B06AC}" dt="2026-08-10T15:48:16.850" v="562"/>
          <ac:spMkLst>
            <pc:docMk/>
            <pc:sldMk cId="3323553644" sldId="319"/>
            <ac:spMk id="750" creationId="{647DD37A-F714-BDD2-D2EF-F9C69BD43E4F}"/>
          </ac:spMkLst>
        </pc:spChg>
        <pc:spChg chg="mod">
          <ac:chgData name="Thomas Verweyen" userId="d97fb81a-2b81-43b3-8fb0-2c18b13608d9" providerId="ADAL" clId="{9154DBFD-9CE0-4A72-9750-5046198B06AC}" dt="2026-08-10T15:48:16.850" v="562"/>
          <ac:spMkLst>
            <pc:docMk/>
            <pc:sldMk cId="3323553644" sldId="319"/>
            <ac:spMk id="756" creationId="{82125091-ED17-0C66-863A-C400D2421758}"/>
          </ac:spMkLst>
        </pc:spChg>
        <pc:spChg chg="ord">
          <ac:chgData name="Thomas Verweyen" userId="d97fb81a-2b81-43b3-8fb0-2c18b13608d9" providerId="ADAL" clId="{9154DBFD-9CE0-4A72-9750-5046198B06AC}" dt="2026-08-10T15:45:34.376" v="379" actId="170"/>
          <ac:spMkLst>
            <pc:docMk/>
            <pc:sldMk cId="3323553644" sldId="319"/>
            <ac:spMk id="882" creationId="{107610A3-C50D-F4DB-568B-3F3657EEF392}"/>
          </ac:spMkLst>
        </pc:spChg>
        <pc:spChg chg="mod ord">
          <ac:chgData name="Thomas Verweyen" userId="d97fb81a-2b81-43b3-8fb0-2c18b13608d9" providerId="ADAL" clId="{9154DBFD-9CE0-4A72-9750-5046198B06AC}" dt="2026-08-10T15:45:22.754" v="368" actId="170"/>
          <ac:spMkLst>
            <pc:docMk/>
            <pc:sldMk cId="3323553644" sldId="319"/>
            <ac:spMk id="1129" creationId="{1819E423-144F-6D42-C982-DE8588BB9A45}"/>
          </ac:spMkLst>
        </pc:spChg>
        <pc:spChg chg="mod">
          <ac:chgData name="Thomas Verweyen" userId="d97fb81a-2b81-43b3-8fb0-2c18b13608d9" providerId="ADAL" clId="{9154DBFD-9CE0-4A72-9750-5046198B06AC}" dt="2026-08-10T16:00:49.148" v="923" actId="14100"/>
          <ac:spMkLst>
            <pc:docMk/>
            <pc:sldMk cId="3323553644" sldId="319"/>
            <ac:spMk id="1362" creationId="{CF8EFD82-F51C-8394-9AB3-904120B2A920}"/>
          </ac:spMkLst>
        </pc:spChg>
        <pc:spChg chg="mod">
          <ac:chgData name="Thomas Verweyen" userId="d97fb81a-2b81-43b3-8fb0-2c18b13608d9" providerId="ADAL" clId="{9154DBFD-9CE0-4A72-9750-5046198B06AC}" dt="2026-08-10T15:57:28.415" v="809" actId="1035"/>
          <ac:spMkLst>
            <pc:docMk/>
            <pc:sldMk cId="3323553644" sldId="319"/>
            <ac:spMk id="1371" creationId="{FD4F80FB-155E-9C46-1A3D-CBBE00C3581A}"/>
          </ac:spMkLst>
        </pc:spChg>
        <pc:spChg chg="mod">
          <ac:chgData name="Thomas Verweyen" userId="d97fb81a-2b81-43b3-8fb0-2c18b13608d9" providerId="ADAL" clId="{9154DBFD-9CE0-4A72-9750-5046198B06AC}" dt="2026-08-10T15:48:16.850" v="562"/>
          <ac:spMkLst>
            <pc:docMk/>
            <pc:sldMk cId="3323553644" sldId="319"/>
            <ac:spMk id="1678" creationId="{22F38188-B42A-26DA-CA18-80539BF68D5B}"/>
          </ac:spMkLst>
        </pc:spChg>
        <pc:spChg chg="mod">
          <ac:chgData name="Thomas Verweyen" userId="d97fb81a-2b81-43b3-8fb0-2c18b13608d9" providerId="ADAL" clId="{9154DBFD-9CE0-4A72-9750-5046198B06AC}" dt="2026-08-10T15:48:12.763" v="559"/>
          <ac:spMkLst>
            <pc:docMk/>
            <pc:sldMk cId="3323553644" sldId="319"/>
            <ac:spMk id="1682" creationId="{9092267F-0CEB-1EA8-67C3-7E7046A65798}"/>
          </ac:spMkLst>
        </pc:spChg>
        <pc:spChg chg="mod">
          <ac:chgData name="Thomas Verweyen" userId="d97fb81a-2b81-43b3-8fb0-2c18b13608d9" providerId="ADAL" clId="{9154DBFD-9CE0-4A72-9750-5046198B06AC}" dt="2026-08-10T15:48:16.850" v="562"/>
          <ac:spMkLst>
            <pc:docMk/>
            <pc:sldMk cId="3323553644" sldId="319"/>
            <ac:spMk id="1704" creationId="{20E7BB05-4AD5-0D68-8C05-0B4D67BE9DE7}"/>
          </ac:spMkLst>
        </pc:spChg>
        <pc:spChg chg="mod">
          <ac:chgData name="Thomas Verweyen" userId="d97fb81a-2b81-43b3-8fb0-2c18b13608d9" providerId="ADAL" clId="{9154DBFD-9CE0-4A72-9750-5046198B06AC}" dt="2026-08-10T15:48:16.850" v="562"/>
          <ac:spMkLst>
            <pc:docMk/>
            <pc:sldMk cId="3323553644" sldId="319"/>
            <ac:spMk id="1706" creationId="{43514418-95F6-DD50-E60C-5A74A0D73208}"/>
          </ac:spMkLst>
        </pc:spChg>
        <pc:spChg chg="mod">
          <ac:chgData name="Thomas Verweyen" userId="d97fb81a-2b81-43b3-8fb0-2c18b13608d9" providerId="ADAL" clId="{9154DBFD-9CE0-4A72-9750-5046198B06AC}" dt="2026-08-10T15:48:16.850" v="562"/>
          <ac:spMkLst>
            <pc:docMk/>
            <pc:sldMk cId="3323553644" sldId="319"/>
            <ac:spMk id="1736" creationId="{A170884C-1A71-10CF-8BD9-0BEAB624E4FC}"/>
          </ac:spMkLst>
        </pc:spChg>
        <pc:spChg chg="mod">
          <ac:chgData name="Thomas Verweyen" userId="d97fb81a-2b81-43b3-8fb0-2c18b13608d9" providerId="ADAL" clId="{9154DBFD-9CE0-4A72-9750-5046198B06AC}" dt="2026-08-10T15:59:49.061" v="899" actId="1037"/>
          <ac:spMkLst>
            <pc:docMk/>
            <pc:sldMk cId="3323553644" sldId="319"/>
            <ac:spMk id="1771" creationId="{5095D91C-824E-786C-95F6-86114650D341}"/>
          </ac:spMkLst>
        </pc:spChg>
        <pc:spChg chg="mod">
          <ac:chgData name="Thomas Verweyen" userId="d97fb81a-2b81-43b3-8fb0-2c18b13608d9" providerId="ADAL" clId="{9154DBFD-9CE0-4A72-9750-5046198B06AC}" dt="2026-08-10T15:59:36.073" v="874" actId="1037"/>
          <ac:spMkLst>
            <pc:docMk/>
            <pc:sldMk cId="3323553644" sldId="319"/>
            <ac:spMk id="1792" creationId="{4A7D4DA5-C033-1280-2116-9D9AF963CC38}"/>
          </ac:spMkLst>
        </pc:spChg>
        <pc:spChg chg="mod">
          <ac:chgData name="Thomas Verweyen" userId="d97fb81a-2b81-43b3-8fb0-2c18b13608d9" providerId="ADAL" clId="{9154DBFD-9CE0-4A72-9750-5046198B06AC}" dt="2026-08-10T15:59:49.061" v="899" actId="1037"/>
          <ac:spMkLst>
            <pc:docMk/>
            <pc:sldMk cId="3323553644" sldId="319"/>
            <ac:spMk id="1794" creationId="{F8107282-EDB7-FC36-11C0-E8EF7280ABA7}"/>
          </ac:spMkLst>
        </pc:spChg>
        <pc:spChg chg="mod">
          <ac:chgData name="Thomas Verweyen" userId="d97fb81a-2b81-43b3-8fb0-2c18b13608d9" providerId="ADAL" clId="{9154DBFD-9CE0-4A72-9750-5046198B06AC}" dt="2026-08-10T15:59:49.061" v="899" actId="1037"/>
          <ac:spMkLst>
            <pc:docMk/>
            <pc:sldMk cId="3323553644" sldId="319"/>
            <ac:spMk id="1796" creationId="{68D2E4BA-969F-5B2C-DE57-AEFADC93B7EF}"/>
          </ac:spMkLst>
        </pc:spChg>
        <pc:spChg chg="mod">
          <ac:chgData name="Thomas Verweyen" userId="d97fb81a-2b81-43b3-8fb0-2c18b13608d9" providerId="ADAL" clId="{9154DBFD-9CE0-4A72-9750-5046198B06AC}" dt="2026-08-10T15:59:49.061" v="899" actId="1037"/>
          <ac:spMkLst>
            <pc:docMk/>
            <pc:sldMk cId="3323553644" sldId="319"/>
            <ac:spMk id="1996" creationId="{FDAB2FF8-9315-D33E-BA4A-BB805E977EBA}"/>
          </ac:spMkLst>
        </pc:spChg>
        <pc:spChg chg="mod">
          <ac:chgData name="Thomas Verweyen" userId="d97fb81a-2b81-43b3-8fb0-2c18b13608d9" providerId="ADAL" clId="{9154DBFD-9CE0-4A72-9750-5046198B06AC}" dt="2026-08-10T15:59:49.061" v="899" actId="1037"/>
          <ac:spMkLst>
            <pc:docMk/>
            <pc:sldMk cId="3323553644" sldId="319"/>
            <ac:spMk id="1997" creationId="{19D2ADFE-2F08-50C2-A7AA-95965AB272C9}"/>
          </ac:spMkLst>
        </pc:spChg>
        <pc:spChg chg="mod">
          <ac:chgData name="Thomas Verweyen" userId="d97fb81a-2b81-43b3-8fb0-2c18b13608d9" providerId="ADAL" clId="{9154DBFD-9CE0-4A72-9750-5046198B06AC}" dt="2026-08-10T15:59:49.061" v="899" actId="1037"/>
          <ac:spMkLst>
            <pc:docMk/>
            <pc:sldMk cId="3323553644" sldId="319"/>
            <ac:spMk id="1998" creationId="{7CD03714-C935-0C78-7EA3-4DFB70D8D81F}"/>
          </ac:spMkLst>
        </pc:spChg>
        <pc:spChg chg="mod">
          <ac:chgData name="Thomas Verweyen" userId="d97fb81a-2b81-43b3-8fb0-2c18b13608d9" providerId="ADAL" clId="{9154DBFD-9CE0-4A72-9750-5046198B06AC}" dt="2026-08-10T15:59:49.061" v="899" actId="1037"/>
          <ac:spMkLst>
            <pc:docMk/>
            <pc:sldMk cId="3323553644" sldId="319"/>
            <ac:spMk id="2002" creationId="{55775CEF-F15A-3EB0-EF4D-6EAE9FDCCFA6}"/>
          </ac:spMkLst>
        </pc:spChg>
        <pc:spChg chg="mod">
          <ac:chgData name="Thomas Verweyen" userId="d97fb81a-2b81-43b3-8fb0-2c18b13608d9" providerId="ADAL" clId="{9154DBFD-9CE0-4A72-9750-5046198B06AC}" dt="2026-08-10T15:49:24.004" v="569" actId="1076"/>
          <ac:spMkLst>
            <pc:docMk/>
            <pc:sldMk cId="3323553644" sldId="319"/>
            <ac:spMk id="2007" creationId="{B7DFF934-0EB5-E543-CA01-E4820586EDF9}"/>
          </ac:spMkLst>
        </pc:spChg>
        <pc:spChg chg="mod">
          <ac:chgData name="Thomas Verweyen" userId="d97fb81a-2b81-43b3-8fb0-2c18b13608d9" providerId="ADAL" clId="{9154DBFD-9CE0-4A72-9750-5046198B06AC}" dt="2026-08-10T16:12:45.864" v="976" actId="14100"/>
          <ac:spMkLst>
            <pc:docMk/>
            <pc:sldMk cId="3323553644" sldId="319"/>
            <ac:spMk id="2099" creationId="{74B91982-EDF3-3870-8702-0727F5680E11}"/>
          </ac:spMkLst>
        </pc:spChg>
        <pc:spChg chg="mod ord">
          <ac:chgData name="Thomas Verweyen" userId="d97fb81a-2b81-43b3-8fb0-2c18b13608d9" providerId="ADAL" clId="{9154DBFD-9CE0-4A72-9750-5046198B06AC}" dt="2026-08-10T16:19:40.353" v="1024" actId="20577"/>
          <ac:spMkLst>
            <pc:docMk/>
            <pc:sldMk cId="3323553644" sldId="319"/>
            <ac:spMk id="2106" creationId="{BFDE5821-EA0E-904D-00FB-B72DB3AB2485}"/>
          </ac:spMkLst>
        </pc:spChg>
        <pc:spChg chg="del mod">
          <ac:chgData name="Thomas Verweyen" userId="d97fb81a-2b81-43b3-8fb0-2c18b13608d9" providerId="ADAL" clId="{9154DBFD-9CE0-4A72-9750-5046198B06AC}" dt="2026-08-10T16:16:36.371" v="1007" actId="478"/>
          <ac:spMkLst>
            <pc:docMk/>
            <pc:sldMk cId="3323553644" sldId="319"/>
            <ac:spMk id="2108" creationId="{FB25C436-500B-8B71-1D4D-4193AE10346C}"/>
          </ac:spMkLst>
        </pc:spChg>
        <pc:spChg chg="del mod">
          <ac:chgData name="Thomas Verweyen" userId="d97fb81a-2b81-43b3-8fb0-2c18b13608d9" providerId="ADAL" clId="{9154DBFD-9CE0-4A72-9750-5046198B06AC}" dt="2026-08-10T16:16:36.371" v="1007" actId="478"/>
          <ac:spMkLst>
            <pc:docMk/>
            <pc:sldMk cId="3323553644" sldId="319"/>
            <ac:spMk id="2111" creationId="{5EFDE97B-6A4D-D2F5-B75E-93F3218EFDA1}"/>
          </ac:spMkLst>
        </pc:spChg>
        <pc:spChg chg="mod">
          <ac:chgData name="Thomas Verweyen" userId="d97fb81a-2b81-43b3-8fb0-2c18b13608d9" providerId="ADAL" clId="{9154DBFD-9CE0-4A72-9750-5046198B06AC}" dt="2026-08-10T16:16:15.825" v="1004" actId="1076"/>
          <ac:spMkLst>
            <pc:docMk/>
            <pc:sldMk cId="3323553644" sldId="319"/>
            <ac:spMk id="2138" creationId="{E99945D2-F64F-E116-B4EC-8F80D1B8D9E0}"/>
          </ac:spMkLst>
        </pc:spChg>
        <pc:spChg chg="del mod">
          <ac:chgData name="Thomas Verweyen" userId="d97fb81a-2b81-43b3-8fb0-2c18b13608d9" providerId="ADAL" clId="{9154DBFD-9CE0-4A72-9750-5046198B06AC}" dt="2026-08-10T16:16:04.150" v="1000" actId="478"/>
          <ac:spMkLst>
            <pc:docMk/>
            <pc:sldMk cId="3323553644" sldId="319"/>
            <ac:spMk id="2142" creationId="{0FE5043A-F7F1-9D13-18AB-94F5293972FA}"/>
          </ac:spMkLst>
        </pc:spChg>
        <pc:spChg chg="mod">
          <ac:chgData name="Thomas Verweyen" userId="d97fb81a-2b81-43b3-8fb0-2c18b13608d9" providerId="ADAL" clId="{9154DBFD-9CE0-4A72-9750-5046198B06AC}" dt="2026-08-10T15:39:33.744" v="181" actId="20577"/>
          <ac:spMkLst>
            <pc:docMk/>
            <pc:sldMk cId="3323553644" sldId="319"/>
            <ac:spMk id="2146" creationId="{F99B9C11-B56D-623F-B313-4A6DFA977A06}"/>
          </ac:spMkLst>
        </pc:spChg>
        <pc:spChg chg="mod">
          <ac:chgData name="Thomas Verweyen" userId="d97fb81a-2b81-43b3-8fb0-2c18b13608d9" providerId="ADAL" clId="{9154DBFD-9CE0-4A72-9750-5046198B06AC}" dt="2026-08-10T15:39:48.174" v="185" actId="20577"/>
          <ac:spMkLst>
            <pc:docMk/>
            <pc:sldMk cId="3323553644" sldId="319"/>
            <ac:spMk id="2149" creationId="{D5A95E60-EF64-606C-201E-A12C230C1933}"/>
          </ac:spMkLst>
        </pc:spChg>
        <pc:spChg chg="mod">
          <ac:chgData name="Thomas Verweyen" userId="d97fb81a-2b81-43b3-8fb0-2c18b13608d9" providerId="ADAL" clId="{9154DBFD-9CE0-4A72-9750-5046198B06AC}" dt="2026-08-10T15:58:41.067" v="849" actId="1076"/>
          <ac:spMkLst>
            <pc:docMk/>
            <pc:sldMk cId="3323553644" sldId="319"/>
            <ac:spMk id="2152" creationId="{E69ED02D-FF3B-A912-648F-CF912D2B38DC}"/>
          </ac:spMkLst>
        </pc:spChg>
        <pc:spChg chg="mod">
          <ac:chgData name="Thomas Verweyen" userId="d97fb81a-2b81-43b3-8fb0-2c18b13608d9" providerId="ADAL" clId="{9154DBFD-9CE0-4A72-9750-5046198B06AC}" dt="2026-08-10T16:30:33.480" v="1078" actId="1035"/>
          <ac:spMkLst>
            <pc:docMk/>
            <pc:sldMk cId="3323553644" sldId="319"/>
            <ac:spMk id="2158" creationId="{D575F41A-2E9D-97E1-B132-178AE84D4276}"/>
          </ac:spMkLst>
        </pc:spChg>
        <pc:spChg chg="mod">
          <ac:chgData name="Thomas Verweyen" userId="d97fb81a-2b81-43b3-8fb0-2c18b13608d9" providerId="ADAL" clId="{9154DBFD-9CE0-4A72-9750-5046198B06AC}" dt="2026-08-10T16:00:59.458" v="925" actId="1076"/>
          <ac:spMkLst>
            <pc:docMk/>
            <pc:sldMk cId="3323553644" sldId="319"/>
            <ac:spMk id="2165" creationId="{C1E123DB-EEA5-ADF2-3F7F-03234FC02413}"/>
          </ac:spMkLst>
        </pc:spChg>
        <pc:grpChg chg="add mod">
          <ac:chgData name="Thomas Verweyen" userId="d97fb81a-2b81-43b3-8fb0-2c18b13608d9" providerId="ADAL" clId="{9154DBFD-9CE0-4A72-9750-5046198B06AC}" dt="2026-08-10T15:46:03.661" v="430" actId="1035"/>
          <ac:grpSpMkLst>
            <pc:docMk/>
            <pc:sldMk cId="3323553644" sldId="319"/>
            <ac:grpSpMk id="51" creationId="{5AE04E38-6C1F-FA2F-B798-1B45EB27B0C6}"/>
          </ac:grpSpMkLst>
        </pc:grpChg>
        <pc:grpChg chg="add mod">
          <ac:chgData name="Thomas Verweyen" userId="d97fb81a-2b81-43b3-8fb0-2c18b13608d9" providerId="ADAL" clId="{9154DBFD-9CE0-4A72-9750-5046198B06AC}" dt="2026-08-10T15:46:15.982" v="432" actId="1076"/>
          <ac:grpSpMkLst>
            <pc:docMk/>
            <pc:sldMk cId="3323553644" sldId="319"/>
            <ac:grpSpMk id="54" creationId="{7D1794B5-BB41-FFBB-5280-D318904E886E}"/>
          </ac:grpSpMkLst>
        </pc:grpChg>
        <pc:grpChg chg="add mod">
          <ac:chgData name="Thomas Verweyen" userId="d97fb81a-2b81-43b3-8fb0-2c18b13608d9" providerId="ADAL" clId="{9154DBFD-9CE0-4A72-9750-5046198B06AC}" dt="2026-08-10T15:46:29.124" v="509" actId="1035"/>
          <ac:grpSpMkLst>
            <pc:docMk/>
            <pc:sldMk cId="3323553644" sldId="319"/>
            <ac:grpSpMk id="57" creationId="{1A25CA4D-E2C3-BD36-2C91-062034D9C16F}"/>
          </ac:grpSpMkLst>
        </pc:grpChg>
        <pc:grpChg chg="add mod">
          <ac:chgData name="Thomas Verweyen" userId="d97fb81a-2b81-43b3-8fb0-2c18b13608d9" providerId="ADAL" clId="{9154DBFD-9CE0-4A72-9750-5046198B06AC}" dt="2026-08-10T15:46:30.142" v="510"/>
          <ac:grpSpMkLst>
            <pc:docMk/>
            <pc:sldMk cId="3323553644" sldId="319"/>
            <ac:grpSpMk id="60" creationId="{02A8EF94-4334-B5A0-7695-2100BC3024E3}"/>
          </ac:grpSpMkLst>
        </pc:grpChg>
        <pc:grpChg chg="add mod">
          <ac:chgData name="Thomas Verweyen" userId="d97fb81a-2b81-43b3-8fb0-2c18b13608d9" providerId="ADAL" clId="{9154DBFD-9CE0-4A72-9750-5046198B06AC}" dt="2026-08-10T15:46:30.705" v="511"/>
          <ac:grpSpMkLst>
            <pc:docMk/>
            <pc:sldMk cId="3323553644" sldId="319"/>
            <ac:grpSpMk id="101" creationId="{C36758DF-E921-3AA9-417C-EC8C412DFA2C}"/>
          </ac:grpSpMkLst>
        </pc:grpChg>
        <pc:grpChg chg="add mod">
          <ac:chgData name="Thomas Verweyen" userId="d97fb81a-2b81-43b3-8fb0-2c18b13608d9" providerId="ADAL" clId="{9154DBFD-9CE0-4A72-9750-5046198B06AC}" dt="2026-08-10T15:47:13.238" v="525"/>
          <ac:grpSpMkLst>
            <pc:docMk/>
            <pc:sldMk cId="3323553644" sldId="319"/>
            <ac:grpSpMk id="137" creationId="{6FE96E5C-84E2-FE17-3977-B68E44337597}"/>
          </ac:grpSpMkLst>
        </pc:grpChg>
        <pc:grpChg chg="add mod">
          <ac:chgData name="Thomas Verweyen" userId="d97fb81a-2b81-43b3-8fb0-2c18b13608d9" providerId="ADAL" clId="{9154DBFD-9CE0-4A72-9750-5046198B06AC}" dt="2026-08-10T15:46:31.752" v="513"/>
          <ac:grpSpMkLst>
            <pc:docMk/>
            <pc:sldMk cId="3323553644" sldId="319"/>
            <ac:grpSpMk id="140" creationId="{3743CF54-2936-EBDB-D4C8-43218DD55611}"/>
          </ac:grpSpMkLst>
        </pc:grpChg>
        <pc:grpChg chg="add mod">
          <ac:chgData name="Thomas Verweyen" userId="d97fb81a-2b81-43b3-8fb0-2c18b13608d9" providerId="ADAL" clId="{9154DBFD-9CE0-4A72-9750-5046198B06AC}" dt="2026-08-10T15:46:32.378" v="514"/>
          <ac:grpSpMkLst>
            <pc:docMk/>
            <pc:sldMk cId="3323553644" sldId="319"/>
            <ac:grpSpMk id="143" creationId="{0FB90691-6AD9-68B2-B55C-602657B80F77}"/>
          </ac:grpSpMkLst>
        </pc:grpChg>
        <pc:grpChg chg="add mod">
          <ac:chgData name="Thomas Verweyen" userId="d97fb81a-2b81-43b3-8fb0-2c18b13608d9" providerId="ADAL" clId="{9154DBFD-9CE0-4A72-9750-5046198B06AC}" dt="2026-08-10T15:46:33.042" v="515"/>
          <ac:grpSpMkLst>
            <pc:docMk/>
            <pc:sldMk cId="3323553644" sldId="319"/>
            <ac:grpSpMk id="146" creationId="{23923B55-EE02-4D70-BB16-64D50BED8749}"/>
          </ac:grpSpMkLst>
        </pc:grpChg>
        <pc:grpChg chg="mod">
          <ac:chgData name="Thomas Verweyen" userId="d97fb81a-2b81-43b3-8fb0-2c18b13608d9" providerId="ADAL" clId="{9154DBFD-9CE0-4A72-9750-5046198B06AC}" dt="2026-08-10T15:28:30.687" v="68" actId="1076"/>
          <ac:grpSpMkLst>
            <pc:docMk/>
            <pc:sldMk cId="3323553644" sldId="319"/>
            <ac:grpSpMk id="148" creationId="{45248923-42DB-05DB-6010-EB0638E20C64}"/>
          </ac:grpSpMkLst>
        </pc:grpChg>
        <pc:grpChg chg="mod">
          <ac:chgData name="Thomas Verweyen" userId="d97fb81a-2b81-43b3-8fb0-2c18b13608d9" providerId="ADAL" clId="{9154DBFD-9CE0-4A72-9750-5046198B06AC}" dt="2026-08-10T15:54:00.714" v="693" actId="1037"/>
          <ac:grpSpMkLst>
            <pc:docMk/>
            <pc:sldMk cId="3323553644" sldId="319"/>
            <ac:grpSpMk id="162" creationId="{39B553D8-91EF-8BFC-BE3F-1879F203D367}"/>
          </ac:grpSpMkLst>
        </pc:grpChg>
        <pc:grpChg chg="add mod">
          <ac:chgData name="Thomas Verweyen" userId="d97fb81a-2b81-43b3-8fb0-2c18b13608d9" providerId="ADAL" clId="{9154DBFD-9CE0-4A72-9750-5046198B06AC}" dt="2026-08-10T15:46:33.713" v="516"/>
          <ac:grpSpMkLst>
            <pc:docMk/>
            <pc:sldMk cId="3323553644" sldId="319"/>
            <ac:grpSpMk id="164" creationId="{2DD60FBC-49B2-B12C-E493-49EDFBD6A94D}"/>
          </ac:grpSpMkLst>
        </pc:grpChg>
        <pc:grpChg chg="add mod">
          <ac:chgData name="Thomas Verweyen" userId="d97fb81a-2b81-43b3-8fb0-2c18b13608d9" providerId="ADAL" clId="{9154DBFD-9CE0-4A72-9750-5046198B06AC}" dt="2026-08-10T15:46:41.648" v="518" actId="1076"/>
          <ac:grpSpMkLst>
            <pc:docMk/>
            <pc:sldMk cId="3323553644" sldId="319"/>
            <ac:grpSpMk id="176" creationId="{DE51AEB3-E165-5527-1041-BCB7E2BCE9E1}"/>
          </ac:grpSpMkLst>
        </pc:grpChg>
        <pc:grpChg chg="add mod">
          <ac:chgData name="Thomas Verweyen" userId="d97fb81a-2b81-43b3-8fb0-2c18b13608d9" providerId="ADAL" clId="{9154DBFD-9CE0-4A72-9750-5046198B06AC}" dt="2026-08-10T15:47:25.967" v="527" actId="1076"/>
          <ac:grpSpMkLst>
            <pc:docMk/>
            <pc:sldMk cId="3323553644" sldId="319"/>
            <ac:grpSpMk id="213" creationId="{B45CE66B-12AF-4E21-B36F-8A463432685B}"/>
          </ac:grpSpMkLst>
        </pc:grpChg>
        <pc:grpChg chg="add mod">
          <ac:chgData name="Thomas Verweyen" userId="d97fb81a-2b81-43b3-8fb0-2c18b13608d9" providerId="ADAL" clId="{9154DBFD-9CE0-4A72-9750-5046198B06AC}" dt="2026-08-10T15:47:44.808" v="547" actId="1076"/>
          <ac:grpSpMkLst>
            <pc:docMk/>
            <pc:sldMk cId="3323553644" sldId="319"/>
            <ac:grpSpMk id="216" creationId="{9FB01177-368E-523C-8064-11FF60CE02CA}"/>
          </ac:grpSpMkLst>
        </pc:grpChg>
        <pc:grpChg chg="add mod">
          <ac:chgData name="Thomas Verweyen" userId="d97fb81a-2b81-43b3-8fb0-2c18b13608d9" providerId="ADAL" clId="{9154DBFD-9CE0-4A72-9750-5046198B06AC}" dt="2026-08-10T15:47:53.822" v="551" actId="1076"/>
          <ac:grpSpMkLst>
            <pc:docMk/>
            <pc:sldMk cId="3323553644" sldId="319"/>
            <ac:grpSpMk id="219" creationId="{8D3E6D14-B27F-265A-9C9C-B722B138F1A1}"/>
          </ac:grpSpMkLst>
        </pc:grpChg>
        <pc:grpChg chg="add mod">
          <ac:chgData name="Thomas Verweyen" userId="d97fb81a-2b81-43b3-8fb0-2c18b13608d9" providerId="ADAL" clId="{9154DBFD-9CE0-4A72-9750-5046198B06AC}" dt="2026-08-10T15:47:50.136" v="550" actId="1076"/>
          <ac:grpSpMkLst>
            <pc:docMk/>
            <pc:sldMk cId="3323553644" sldId="319"/>
            <ac:grpSpMk id="222" creationId="{017A609D-5F0F-3E90-8BD7-EABE2ED6FE41}"/>
          </ac:grpSpMkLst>
        </pc:grpChg>
        <pc:grpChg chg="mod">
          <ac:chgData name="Thomas Verweyen" userId="d97fb81a-2b81-43b3-8fb0-2c18b13608d9" providerId="ADAL" clId="{9154DBFD-9CE0-4A72-9750-5046198B06AC}" dt="2026-08-10T16:12:45.864" v="976" actId="14100"/>
          <ac:grpSpMkLst>
            <pc:docMk/>
            <pc:sldMk cId="3323553644" sldId="319"/>
            <ac:grpSpMk id="2100" creationId="{43FD2EC3-AF13-02D5-7D20-9FD0E314BCCF}"/>
          </ac:grpSpMkLst>
        </pc:grpChg>
        <pc:grpChg chg="mod">
          <ac:chgData name="Thomas Verweyen" userId="d97fb81a-2b81-43b3-8fb0-2c18b13608d9" providerId="ADAL" clId="{9154DBFD-9CE0-4A72-9750-5046198B06AC}" dt="2026-08-10T15:45:49.621" v="381" actId="1076"/>
          <ac:grpSpMkLst>
            <pc:docMk/>
            <pc:sldMk cId="3323553644" sldId="319"/>
            <ac:grpSpMk id="2145" creationId="{3BAD6579-8CAB-ED0F-8F9E-7EAEFB0356D5}"/>
          </ac:grpSpMkLst>
        </pc:grpChg>
        <pc:grpChg chg="del mod">
          <ac:chgData name="Thomas Verweyen" userId="d97fb81a-2b81-43b3-8fb0-2c18b13608d9" providerId="ADAL" clId="{9154DBFD-9CE0-4A72-9750-5046198B06AC}" dt="2026-08-10T15:45:37.916" v="380" actId="478"/>
          <ac:grpSpMkLst>
            <pc:docMk/>
            <pc:sldMk cId="3323553644" sldId="319"/>
            <ac:grpSpMk id="2148" creationId="{29AA6E6C-DC23-C038-36D5-CBB81BAF3360}"/>
          </ac:grpSpMkLst>
        </pc:grpChg>
        <pc:graphicFrameChg chg="mod ord modGraphic">
          <ac:chgData name="Thomas Verweyen" userId="d97fb81a-2b81-43b3-8fb0-2c18b13608d9" providerId="ADAL" clId="{9154DBFD-9CE0-4A72-9750-5046198B06AC}" dt="2026-08-10T15:29:33.854" v="108" actId="166"/>
          <ac:graphicFrameMkLst>
            <pc:docMk/>
            <pc:sldMk cId="3323553644" sldId="319"/>
            <ac:graphicFrameMk id="87" creationId="{5EEAB0F0-4629-044F-EBF1-106DC257AA71}"/>
          </ac:graphicFrameMkLst>
        </pc:graphicFrameChg>
        <pc:graphicFrameChg chg="mod ord modGraphic">
          <ac:chgData name="Thomas Verweyen" userId="d97fb81a-2b81-43b3-8fb0-2c18b13608d9" providerId="ADAL" clId="{9154DBFD-9CE0-4A72-9750-5046198B06AC}" dt="2026-08-10T16:35:42.398" v="1204" actId="166"/>
          <ac:graphicFrameMkLst>
            <pc:docMk/>
            <pc:sldMk cId="3323553644" sldId="319"/>
            <ac:graphicFrameMk id="986" creationId="{9FCD30B5-0A18-94D9-C469-D85F5606D698}"/>
          </ac:graphicFrameMkLst>
        </pc:graphicFrameChg>
        <pc:graphicFrameChg chg="mod ord modGraphic">
          <ac:chgData name="Thomas Verweyen" userId="d97fb81a-2b81-43b3-8fb0-2c18b13608d9" providerId="ADAL" clId="{9154DBFD-9CE0-4A72-9750-5046198B06AC}" dt="2026-08-10T15:49:14.073" v="568" actId="1076"/>
          <ac:graphicFrameMkLst>
            <pc:docMk/>
            <pc:sldMk cId="3323553644" sldId="319"/>
            <ac:graphicFrameMk id="1353" creationId="{642651FF-55B1-4062-2783-00CAEB55C4F9}"/>
          </ac:graphicFrameMkLst>
        </pc:graphicFrameChg>
        <pc:graphicFrameChg chg="mod ord modGraphic">
          <ac:chgData name="Thomas Verweyen" userId="d97fb81a-2b81-43b3-8fb0-2c18b13608d9" providerId="ADAL" clId="{9154DBFD-9CE0-4A72-9750-5046198B06AC}" dt="2026-08-10T16:31:10.015" v="1082" actId="20577"/>
          <ac:graphicFrameMkLst>
            <pc:docMk/>
            <pc:sldMk cId="3323553644" sldId="319"/>
            <ac:graphicFrameMk id="1754" creationId="{C2FFF125-D8C4-36BC-18BC-C1368AF3033D}"/>
          </ac:graphicFrameMkLst>
        </pc:graphicFrameChg>
        <pc:graphicFrameChg chg="mod ord modGraphic">
          <ac:chgData name="Thomas Verweyen" userId="d97fb81a-2b81-43b3-8fb0-2c18b13608d9" providerId="ADAL" clId="{9154DBFD-9CE0-4A72-9750-5046198B06AC}" dt="2026-08-10T16:17:46.077" v="1020" actId="1076"/>
          <ac:graphicFrameMkLst>
            <pc:docMk/>
            <pc:sldMk cId="3323553644" sldId="319"/>
            <ac:graphicFrameMk id="2137" creationId="{C3AAB742-E7B5-AE11-8462-13D5251EF512}"/>
          </ac:graphicFrameMkLst>
        </pc:graphicFrameChg>
        <pc:picChg chg="add del mod">
          <ac:chgData name="Thomas Verweyen" userId="d97fb81a-2b81-43b3-8fb0-2c18b13608d9" providerId="ADAL" clId="{9154DBFD-9CE0-4A72-9750-5046198B06AC}" dt="2026-08-10T15:31:19.686" v="113" actId="1076"/>
          <ac:picMkLst>
            <pc:docMk/>
            <pc:sldMk cId="3323553644" sldId="319"/>
            <ac:picMk id="20" creationId="{C3FAFED8-884D-1DC1-E9C4-4B6C4A452B3E}"/>
          </ac:picMkLst>
        </pc:picChg>
        <pc:picChg chg="add mod ord">
          <ac:chgData name="Thomas Verweyen" userId="d97fb81a-2b81-43b3-8fb0-2c18b13608d9" providerId="ADAL" clId="{9154DBFD-9CE0-4A72-9750-5046198B06AC}" dt="2026-08-10T15:29:40.418" v="109" actId="1076"/>
          <ac:picMkLst>
            <pc:docMk/>
            <pc:sldMk cId="3323553644" sldId="319"/>
            <ac:picMk id="50" creationId="{448863F3-1DCE-1711-D3F9-24AF9C35C328}"/>
          </ac:picMkLst>
        </pc:picChg>
        <pc:picChg chg="mod">
          <ac:chgData name="Thomas Verweyen" userId="d97fb81a-2b81-43b3-8fb0-2c18b13608d9" providerId="ADAL" clId="{9154DBFD-9CE0-4A72-9750-5046198B06AC}" dt="2026-08-10T15:45:54.147" v="382"/>
          <ac:picMkLst>
            <pc:docMk/>
            <pc:sldMk cId="3323553644" sldId="319"/>
            <ac:picMk id="53" creationId="{66785FFE-352F-DFDF-84FB-7A8F27FDDC1B}"/>
          </ac:picMkLst>
        </pc:picChg>
        <pc:picChg chg="mod">
          <ac:chgData name="Thomas Verweyen" userId="d97fb81a-2b81-43b3-8fb0-2c18b13608d9" providerId="ADAL" clId="{9154DBFD-9CE0-4A72-9750-5046198B06AC}" dt="2026-08-10T15:46:05.236" v="431"/>
          <ac:picMkLst>
            <pc:docMk/>
            <pc:sldMk cId="3323553644" sldId="319"/>
            <ac:picMk id="56" creationId="{B184FC95-ADCC-D0DC-FBF8-BCB27614ACF5}"/>
          </ac:picMkLst>
        </pc:picChg>
        <pc:picChg chg="mod">
          <ac:chgData name="Thomas Verweyen" userId="d97fb81a-2b81-43b3-8fb0-2c18b13608d9" providerId="ADAL" clId="{9154DBFD-9CE0-4A72-9750-5046198B06AC}" dt="2026-08-10T15:46:17.803" v="433"/>
          <ac:picMkLst>
            <pc:docMk/>
            <pc:sldMk cId="3323553644" sldId="319"/>
            <ac:picMk id="59" creationId="{86FAD291-FD96-6670-E694-DCBF53D8A206}"/>
          </ac:picMkLst>
        </pc:picChg>
        <pc:picChg chg="mod">
          <ac:chgData name="Thomas Verweyen" userId="d97fb81a-2b81-43b3-8fb0-2c18b13608d9" providerId="ADAL" clId="{9154DBFD-9CE0-4A72-9750-5046198B06AC}" dt="2026-08-10T15:46:30.142" v="510"/>
          <ac:picMkLst>
            <pc:docMk/>
            <pc:sldMk cId="3323553644" sldId="319"/>
            <ac:picMk id="100" creationId="{48DD645F-F3DE-E13F-212E-7384E174CBD7}"/>
          </ac:picMkLst>
        </pc:picChg>
        <pc:picChg chg="mod">
          <ac:chgData name="Thomas Verweyen" userId="d97fb81a-2b81-43b3-8fb0-2c18b13608d9" providerId="ADAL" clId="{9154DBFD-9CE0-4A72-9750-5046198B06AC}" dt="2026-08-10T15:46:30.705" v="511"/>
          <ac:picMkLst>
            <pc:docMk/>
            <pc:sldMk cId="3323553644" sldId="319"/>
            <ac:picMk id="136" creationId="{7AC5B8A5-E716-9A86-3F51-4D35C9229F30}"/>
          </ac:picMkLst>
        </pc:picChg>
        <pc:picChg chg="mod">
          <ac:chgData name="Thomas Verweyen" userId="d97fb81a-2b81-43b3-8fb0-2c18b13608d9" providerId="ADAL" clId="{9154DBFD-9CE0-4A72-9750-5046198B06AC}" dt="2026-08-10T15:47:13.238" v="525"/>
          <ac:picMkLst>
            <pc:docMk/>
            <pc:sldMk cId="3323553644" sldId="319"/>
            <ac:picMk id="139" creationId="{90394791-9D49-02FC-9943-C34A113D71C5}"/>
          </ac:picMkLst>
        </pc:picChg>
        <pc:picChg chg="mod">
          <ac:chgData name="Thomas Verweyen" userId="d97fb81a-2b81-43b3-8fb0-2c18b13608d9" providerId="ADAL" clId="{9154DBFD-9CE0-4A72-9750-5046198B06AC}" dt="2026-08-10T15:46:31.752" v="513"/>
          <ac:picMkLst>
            <pc:docMk/>
            <pc:sldMk cId="3323553644" sldId="319"/>
            <ac:picMk id="142" creationId="{A5CE6790-F44F-334F-7048-F0022B41A24B}"/>
          </ac:picMkLst>
        </pc:picChg>
        <pc:picChg chg="mod">
          <ac:chgData name="Thomas Verweyen" userId="d97fb81a-2b81-43b3-8fb0-2c18b13608d9" providerId="ADAL" clId="{9154DBFD-9CE0-4A72-9750-5046198B06AC}" dt="2026-08-10T15:46:32.378" v="514"/>
          <ac:picMkLst>
            <pc:docMk/>
            <pc:sldMk cId="3323553644" sldId="319"/>
            <ac:picMk id="145" creationId="{78D2E41C-E50A-4331-DA44-4EE595D59353}"/>
          </ac:picMkLst>
        </pc:picChg>
        <pc:picChg chg="mod">
          <ac:chgData name="Thomas Verweyen" userId="d97fb81a-2b81-43b3-8fb0-2c18b13608d9" providerId="ADAL" clId="{9154DBFD-9CE0-4A72-9750-5046198B06AC}" dt="2026-08-10T15:46:33.042" v="515"/>
          <ac:picMkLst>
            <pc:docMk/>
            <pc:sldMk cId="3323553644" sldId="319"/>
            <ac:picMk id="153" creationId="{AC2A0ABF-9894-2CA0-6061-5CB4FE9A3FE0}"/>
          </ac:picMkLst>
        </pc:picChg>
        <pc:picChg chg="mod">
          <ac:chgData name="Thomas Verweyen" userId="d97fb81a-2b81-43b3-8fb0-2c18b13608d9" providerId="ADAL" clId="{9154DBFD-9CE0-4A72-9750-5046198B06AC}" dt="2026-08-10T15:46:33.713" v="516"/>
          <ac:picMkLst>
            <pc:docMk/>
            <pc:sldMk cId="3323553644" sldId="319"/>
            <ac:picMk id="175" creationId="{974955CE-B0A0-1517-8173-BA422CF09223}"/>
          </ac:picMkLst>
        </pc:picChg>
        <pc:picChg chg="mod">
          <ac:chgData name="Thomas Verweyen" userId="d97fb81a-2b81-43b3-8fb0-2c18b13608d9" providerId="ADAL" clId="{9154DBFD-9CE0-4A72-9750-5046198B06AC}" dt="2026-08-10T15:46:38.852" v="517"/>
          <ac:picMkLst>
            <pc:docMk/>
            <pc:sldMk cId="3323553644" sldId="319"/>
            <ac:picMk id="195" creationId="{ADBDFA70-0175-287B-AD06-0EC9D7809AB5}"/>
          </ac:picMkLst>
        </pc:picChg>
        <pc:picChg chg="add del">
          <ac:chgData name="Thomas Verweyen" userId="d97fb81a-2b81-43b3-8fb0-2c18b13608d9" providerId="ADAL" clId="{9154DBFD-9CE0-4A72-9750-5046198B06AC}" dt="2026-08-10T15:47:04.993" v="521" actId="22"/>
          <ac:picMkLst>
            <pc:docMk/>
            <pc:sldMk cId="3323553644" sldId="319"/>
            <ac:picMk id="208" creationId="{15BC7620-A9E2-C359-9D31-9BA6380FE8CE}"/>
          </ac:picMkLst>
        </pc:picChg>
        <pc:picChg chg="mod">
          <ac:chgData name="Thomas Verweyen" userId="d97fb81a-2b81-43b3-8fb0-2c18b13608d9" providerId="ADAL" clId="{9154DBFD-9CE0-4A72-9750-5046198B06AC}" dt="2026-08-10T15:47:17.518" v="526"/>
          <ac:picMkLst>
            <pc:docMk/>
            <pc:sldMk cId="3323553644" sldId="319"/>
            <ac:picMk id="215" creationId="{8FDC8C1A-643C-D156-E9D7-99CEC93CA2B4}"/>
          </ac:picMkLst>
        </pc:picChg>
        <pc:picChg chg="mod">
          <ac:chgData name="Thomas Verweyen" userId="d97fb81a-2b81-43b3-8fb0-2c18b13608d9" providerId="ADAL" clId="{9154DBFD-9CE0-4A72-9750-5046198B06AC}" dt="2026-08-10T15:47:33.539" v="528"/>
          <ac:picMkLst>
            <pc:docMk/>
            <pc:sldMk cId="3323553644" sldId="319"/>
            <ac:picMk id="218" creationId="{C24C841C-E1D2-FDCE-E9CD-3BFD6DA0A3A0}"/>
          </ac:picMkLst>
        </pc:picChg>
        <pc:picChg chg="mod">
          <ac:chgData name="Thomas Verweyen" userId="d97fb81a-2b81-43b3-8fb0-2c18b13608d9" providerId="ADAL" clId="{9154DBFD-9CE0-4A72-9750-5046198B06AC}" dt="2026-08-10T15:47:45.456" v="548"/>
          <ac:picMkLst>
            <pc:docMk/>
            <pc:sldMk cId="3323553644" sldId="319"/>
            <ac:picMk id="221" creationId="{100ACE37-6F36-E2E8-00DC-9157799127FE}"/>
          </ac:picMkLst>
        </pc:picChg>
        <pc:picChg chg="mod">
          <ac:chgData name="Thomas Verweyen" userId="d97fb81a-2b81-43b3-8fb0-2c18b13608d9" providerId="ADAL" clId="{9154DBFD-9CE0-4A72-9750-5046198B06AC}" dt="2026-08-10T15:47:46.481" v="549"/>
          <ac:picMkLst>
            <pc:docMk/>
            <pc:sldMk cId="3323553644" sldId="319"/>
            <ac:picMk id="224" creationId="{D34CB243-29D1-430C-CBFF-EC55E5FEDCC7}"/>
          </ac:picMkLst>
        </pc:picChg>
        <pc:picChg chg="mod">
          <ac:chgData name="Thomas Verweyen" userId="d97fb81a-2b81-43b3-8fb0-2c18b13608d9" providerId="ADAL" clId="{9154DBFD-9CE0-4A72-9750-5046198B06AC}" dt="2026-08-10T15:48:10.267" v="555" actId="1076"/>
          <ac:picMkLst>
            <pc:docMk/>
            <pc:sldMk cId="3323553644" sldId="319"/>
            <ac:picMk id="227" creationId="{4AA76C99-9DF2-BB52-11FA-CC36BF129FD5}"/>
          </ac:picMkLst>
        </pc:picChg>
        <pc:picChg chg="mod">
          <ac:chgData name="Thomas Verweyen" userId="d97fb81a-2b81-43b3-8fb0-2c18b13608d9" providerId="ADAL" clId="{9154DBFD-9CE0-4A72-9750-5046198B06AC}" dt="2026-08-10T15:48:22.658" v="563" actId="1076"/>
          <ac:picMkLst>
            <pc:docMk/>
            <pc:sldMk cId="3323553644" sldId="319"/>
            <ac:picMk id="245" creationId="{388EA96F-777B-FD4C-20B0-5DCC39E47951}"/>
          </ac:picMkLst>
        </pc:picChg>
        <pc:picChg chg="add mod ord">
          <ac:chgData name="Thomas Verweyen" userId="d97fb81a-2b81-43b3-8fb0-2c18b13608d9" providerId="ADAL" clId="{9154DBFD-9CE0-4A72-9750-5046198B06AC}" dt="2026-08-10T16:16:57.316" v="1014" actId="1076"/>
          <ac:picMkLst>
            <pc:docMk/>
            <pc:sldMk cId="3323553644" sldId="319"/>
            <ac:picMk id="294" creationId="{D783AEF2-51CC-B58B-EBFE-539C260D162F}"/>
          </ac:picMkLst>
        </pc:picChg>
        <pc:picChg chg="add mod">
          <ac:chgData name="Thomas Verweyen" userId="d97fb81a-2b81-43b3-8fb0-2c18b13608d9" providerId="ADAL" clId="{9154DBFD-9CE0-4A72-9750-5046198B06AC}" dt="2026-08-10T16:22:33.099" v="1062" actId="1076"/>
          <ac:picMkLst>
            <pc:docMk/>
            <pc:sldMk cId="3323553644" sldId="319"/>
            <ac:picMk id="298" creationId="{47D3CB72-45A5-E2C5-34EC-01E758F48BDD}"/>
          </ac:picMkLst>
        </pc:picChg>
        <pc:picChg chg="add mod">
          <ac:chgData name="Thomas Verweyen" userId="d97fb81a-2b81-43b3-8fb0-2c18b13608d9" providerId="ADAL" clId="{9154DBFD-9CE0-4A72-9750-5046198B06AC}" dt="2026-08-10T16:22:39.402" v="1063" actId="1076"/>
          <ac:picMkLst>
            <pc:docMk/>
            <pc:sldMk cId="3323553644" sldId="319"/>
            <ac:picMk id="303" creationId="{1E72EE6E-4644-AF20-5855-CFBBC61E8BF4}"/>
          </ac:picMkLst>
        </pc:picChg>
        <pc:picChg chg="add mod">
          <ac:chgData name="Thomas Verweyen" userId="d97fb81a-2b81-43b3-8fb0-2c18b13608d9" providerId="ADAL" clId="{9154DBFD-9CE0-4A72-9750-5046198B06AC}" dt="2026-08-10T16:22:44.091" v="1064" actId="1076"/>
          <ac:picMkLst>
            <pc:docMk/>
            <pc:sldMk cId="3323553644" sldId="319"/>
            <ac:picMk id="309" creationId="{8B6D805D-E34C-2E56-B2ED-E6C673FB8687}"/>
          </ac:picMkLst>
        </pc:picChg>
        <pc:picChg chg="add mod">
          <ac:chgData name="Thomas Verweyen" userId="d97fb81a-2b81-43b3-8fb0-2c18b13608d9" providerId="ADAL" clId="{9154DBFD-9CE0-4A72-9750-5046198B06AC}" dt="2026-08-10T16:22:50.398" v="1065" actId="1076"/>
          <ac:picMkLst>
            <pc:docMk/>
            <pc:sldMk cId="3323553644" sldId="319"/>
            <ac:picMk id="313" creationId="{315B806D-5BB6-01BE-9FF5-D8C29DC7429B}"/>
          </ac:picMkLst>
        </pc:picChg>
        <pc:picChg chg="add mod">
          <ac:chgData name="Thomas Verweyen" userId="d97fb81a-2b81-43b3-8fb0-2c18b13608d9" providerId="ADAL" clId="{9154DBFD-9CE0-4A72-9750-5046198B06AC}" dt="2026-08-10T16:22:54.862" v="1066" actId="1076"/>
          <ac:picMkLst>
            <pc:docMk/>
            <pc:sldMk cId="3323553644" sldId="319"/>
            <ac:picMk id="317" creationId="{B2EB54B0-12C4-89FC-2501-99428C0173B0}"/>
          </ac:picMkLst>
        </pc:picChg>
        <pc:picChg chg="mod ord">
          <ac:chgData name="Thomas Verweyen" userId="d97fb81a-2b81-43b3-8fb0-2c18b13608d9" providerId="ADAL" clId="{9154DBFD-9CE0-4A72-9750-5046198B06AC}" dt="2026-08-10T16:22:29.054" v="1061" actId="1076"/>
          <ac:picMkLst>
            <pc:docMk/>
            <pc:sldMk cId="3323553644" sldId="319"/>
            <ac:picMk id="2107" creationId="{CC585B36-C990-318A-0A6F-3388095C0314}"/>
          </ac:picMkLst>
        </pc:picChg>
        <pc:picChg chg="del">
          <ac:chgData name="Thomas Verweyen" userId="d97fb81a-2b81-43b3-8fb0-2c18b13608d9" providerId="ADAL" clId="{9154DBFD-9CE0-4A72-9750-5046198B06AC}" dt="2026-08-10T16:16:52.540" v="1013" actId="478"/>
          <ac:picMkLst>
            <pc:docMk/>
            <pc:sldMk cId="3323553644" sldId="319"/>
            <ac:picMk id="2109" creationId="{42FB628A-8BAA-6907-E2D9-5761B3D29394}"/>
          </ac:picMkLst>
        </pc:picChg>
        <pc:picChg chg="mod">
          <ac:chgData name="Thomas Verweyen" userId="d97fb81a-2b81-43b3-8fb0-2c18b13608d9" providerId="ADAL" clId="{9154DBFD-9CE0-4A72-9750-5046198B06AC}" dt="2026-08-10T16:16:15.825" v="1004" actId="1076"/>
          <ac:picMkLst>
            <pc:docMk/>
            <pc:sldMk cId="3323553644" sldId="319"/>
            <ac:picMk id="2139" creationId="{F14C1AD7-2C21-0752-E267-5AC00E2B6F79}"/>
          </ac:picMkLst>
        </pc:picChg>
        <pc:picChg chg="del">
          <ac:chgData name="Thomas Verweyen" userId="d97fb81a-2b81-43b3-8fb0-2c18b13608d9" providerId="ADAL" clId="{9154DBFD-9CE0-4A72-9750-5046198B06AC}" dt="2026-08-10T16:16:36.371" v="1007" actId="478"/>
          <ac:picMkLst>
            <pc:docMk/>
            <pc:sldMk cId="3323553644" sldId="319"/>
            <ac:picMk id="2141" creationId="{BBF1D72B-5515-7AE4-DEBD-79B3F8C87C44}"/>
          </ac:picMkLst>
        </pc:picChg>
        <pc:picChg chg="del">
          <ac:chgData name="Thomas Verweyen" userId="d97fb81a-2b81-43b3-8fb0-2c18b13608d9" providerId="ADAL" clId="{9154DBFD-9CE0-4A72-9750-5046198B06AC}" dt="2026-08-10T16:16:07.009" v="1001" actId="478"/>
          <ac:picMkLst>
            <pc:docMk/>
            <pc:sldMk cId="3323553644" sldId="319"/>
            <ac:picMk id="2143" creationId="{7DAD7EB2-BC2F-9F59-6C18-093766BDA8E5}"/>
          </ac:picMkLst>
        </pc:picChg>
        <pc:picChg chg="mod">
          <ac:chgData name="Thomas Verweyen" userId="d97fb81a-2b81-43b3-8fb0-2c18b13608d9" providerId="ADAL" clId="{9154DBFD-9CE0-4A72-9750-5046198B06AC}" dt="2026-08-10T15:58:41.067" v="849" actId="1076"/>
          <ac:picMkLst>
            <pc:docMk/>
            <pc:sldMk cId="3323553644" sldId="319"/>
            <ac:picMk id="2170" creationId="{8B9DD265-509B-A35C-D4E6-FD40EC96FA98}"/>
          </ac:picMkLst>
        </pc:picChg>
        <pc:cxnChg chg="mod">
          <ac:chgData name="Thomas Verweyen" userId="d97fb81a-2b81-43b3-8fb0-2c18b13608d9" providerId="ADAL" clId="{9154DBFD-9CE0-4A72-9750-5046198B06AC}" dt="2026-08-10T15:58:49.490" v="850" actId="1076"/>
          <ac:cxnSpMkLst>
            <pc:docMk/>
            <pc:sldMk cId="3323553644" sldId="319"/>
            <ac:cxnSpMk id="2155" creationId="{ED791D08-E6D9-6AA3-BC8C-D8D61A7F93C1}"/>
          </ac:cxnSpMkLst>
        </pc:cxnChg>
        <pc:cxnChg chg="mod">
          <ac:chgData name="Thomas Verweyen" userId="d97fb81a-2b81-43b3-8fb0-2c18b13608d9" providerId="ADAL" clId="{9154DBFD-9CE0-4A72-9750-5046198B06AC}" dt="2026-08-10T16:30:33.480" v="1078" actId="1035"/>
          <ac:cxnSpMkLst>
            <pc:docMk/>
            <pc:sldMk cId="3323553644" sldId="319"/>
            <ac:cxnSpMk id="2166" creationId="{10B40F17-A776-C6A1-35C8-2EFF7A16DE3C}"/>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0A7EB-A36A-4070-BC99-41DB9EAABF8C}" type="datetimeFigureOut">
              <a:rPr lang="de-AT" smtClean="0"/>
              <a:t>12.08.2026</a:t>
            </a:fld>
            <a:endParaRPr lang="de-AT"/>
          </a:p>
        </p:txBody>
      </p:sp>
      <p:sp>
        <p:nvSpPr>
          <p:cNvPr id="4" name="Folienbildplatzhalt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A8B932-5265-48F6-B28F-20D9792337C5}" type="slidenum">
              <a:rPr lang="de-AT" smtClean="0"/>
              <a:t>‹#›</a:t>
            </a:fld>
            <a:endParaRPr lang="de-AT"/>
          </a:p>
        </p:txBody>
      </p:sp>
    </p:spTree>
    <p:extLst>
      <p:ext uri="{BB962C8B-B14F-4D97-AF65-F5344CB8AC3E}">
        <p14:creationId xmlns:p14="http://schemas.microsoft.com/office/powerpoint/2010/main" val="3623404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89A8B932-5265-48F6-B28F-20D9792337C5}" type="slidenum">
              <a:rPr lang="de-AT" smtClean="0"/>
              <a:t>1</a:t>
            </a:fld>
            <a:endParaRPr lang="de-AT"/>
          </a:p>
        </p:txBody>
      </p:sp>
    </p:spTree>
    <p:extLst>
      <p:ext uri="{BB962C8B-B14F-4D97-AF65-F5344CB8AC3E}">
        <p14:creationId xmlns:p14="http://schemas.microsoft.com/office/powerpoint/2010/main" val="72377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de-DE"/>
              <a:t>Mastertitelformat bearbeiten</a:t>
            </a:r>
            <a:endParaRPr lang="en-US"/>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5F489217-A57E-4426-9910-8D746687D389}" type="datetimeFigureOut">
              <a:rPr lang="de-DE" smtClean="0"/>
              <a:t>12.08.2026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4189372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5F489217-A57E-4426-9910-8D746687D389}" type="datetimeFigureOut">
              <a:rPr lang="de-DE" smtClean="0"/>
              <a:t>12.08.2026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3761453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de-DE"/>
              <a:t>Mastertitelformat bearbeiten</a:t>
            </a:r>
            <a:endParaRPr lang="en-US"/>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F489217-A57E-4426-9910-8D746687D389}" type="datetimeFigureOut">
              <a:rPr lang="de-DE" smtClean="0"/>
              <a:t>12.08.2026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347521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sz="half" idx="1"/>
          </p:nvPr>
        </p:nvSpPr>
        <p:spPr>
          <a:xfrm>
            <a:off x="1039455" y="2846200"/>
            <a:ext cx="6425724"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ontent Placeholder 3"/>
          <p:cNvSpPr>
            <a:spLocks noGrp="1"/>
          </p:cNvSpPr>
          <p:nvPr>
            <p:ph sz="half" idx="2"/>
          </p:nvPr>
        </p:nvSpPr>
        <p:spPr>
          <a:xfrm>
            <a:off x="7654171" y="2846200"/>
            <a:ext cx="6425724" cy="6783857"/>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e Placeholder 4"/>
          <p:cNvSpPr>
            <a:spLocks noGrp="1"/>
          </p:cNvSpPr>
          <p:nvPr>
            <p:ph type="dt" sz="half" idx="10"/>
          </p:nvPr>
        </p:nvSpPr>
        <p:spPr/>
        <p:txBody>
          <a:bodyPr/>
          <a:lstStyle/>
          <a:p>
            <a:fld id="{5F489217-A57E-4426-9910-8D746687D389}" type="datetimeFigureOut">
              <a:rPr lang="de-DE" smtClean="0"/>
              <a:t>12.08.2026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667589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de-DE"/>
              <a:t>Mastertitelformat bearbeiten</a:t>
            </a:r>
            <a:endParaRPr lang="en-US"/>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de-DE"/>
              <a:t>Mastertextformat bearbeiten</a:t>
            </a:r>
          </a:p>
        </p:txBody>
      </p:sp>
      <p:sp>
        <p:nvSpPr>
          <p:cNvPr id="4" name="Content Placeholder 3"/>
          <p:cNvSpPr>
            <a:spLocks noGrp="1"/>
          </p:cNvSpPr>
          <p:nvPr>
            <p:ph sz="half" idx="2"/>
          </p:nvPr>
        </p:nvSpPr>
        <p:spPr>
          <a:xfrm>
            <a:off x="1041426" y="3905482"/>
            <a:ext cx="6396193"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de-DE"/>
              <a:t>Mastertextformat bearbeiten</a:t>
            </a:r>
          </a:p>
        </p:txBody>
      </p:sp>
      <p:sp>
        <p:nvSpPr>
          <p:cNvPr id="6" name="Content Placeholder 5"/>
          <p:cNvSpPr>
            <a:spLocks noGrp="1"/>
          </p:cNvSpPr>
          <p:nvPr>
            <p:ph sz="quarter" idx="4"/>
          </p:nvPr>
        </p:nvSpPr>
        <p:spPr>
          <a:xfrm>
            <a:off x="7654172" y="3905482"/>
            <a:ext cx="6427693" cy="57443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e Placeholder 6"/>
          <p:cNvSpPr>
            <a:spLocks noGrp="1"/>
          </p:cNvSpPr>
          <p:nvPr>
            <p:ph type="dt" sz="half" idx="10"/>
          </p:nvPr>
        </p:nvSpPr>
        <p:spPr/>
        <p:txBody>
          <a:bodyPr/>
          <a:lstStyle/>
          <a:p>
            <a:fld id="{5F489217-A57E-4426-9910-8D746687D389}" type="datetimeFigureOut">
              <a:rPr lang="de-DE" smtClean="0"/>
              <a:t>12.08.2026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3166028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Date Placeholder 2"/>
          <p:cNvSpPr>
            <a:spLocks noGrp="1"/>
          </p:cNvSpPr>
          <p:nvPr>
            <p:ph type="dt" sz="half" idx="10"/>
          </p:nvPr>
        </p:nvSpPr>
        <p:spPr/>
        <p:txBody>
          <a:bodyPr/>
          <a:lstStyle/>
          <a:p>
            <a:fld id="{5F489217-A57E-4426-9910-8D746687D389}" type="datetimeFigureOut">
              <a:rPr lang="de-DE" smtClean="0"/>
              <a:t>12.08.2026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217739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89217-A57E-4426-9910-8D746687D389}" type="datetimeFigureOut">
              <a:rPr lang="de-DE" smtClean="0"/>
              <a:t>12.08.2026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1471894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de-DE"/>
              <a:t>Mastertitelformat bearbeiten</a:t>
            </a:r>
            <a:endParaRPr lang="en-US"/>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de-DE"/>
              <a:t>Mastertextformat bearbeiten</a:t>
            </a:r>
          </a:p>
        </p:txBody>
      </p:sp>
      <p:sp>
        <p:nvSpPr>
          <p:cNvPr id="5" name="Date Placeholder 4"/>
          <p:cNvSpPr>
            <a:spLocks noGrp="1"/>
          </p:cNvSpPr>
          <p:nvPr>
            <p:ph type="dt" sz="half" idx="10"/>
          </p:nvPr>
        </p:nvSpPr>
        <p:spPr/>
        <p:txBody>
          <a:bodyPr/>
          <a:lstStyle/>
          <a:p>
            <a:fld id="{5F489217-A57E-4426-9910-8D746687D389}" type="datetimeFigureOut">
              <a:rPr lang="de-DE" smtClean="0"/>
              <a:t>12.08.2026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703578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de-DE"/>
              <a:t>Mastertitelformat bearbeiten</a:t>
            </a:r>
            <a:endParaRPr lang="en-US"/>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de-DE"/>
              <a:t>Bild durch Klicken auf Symbol hinzufügen</a:t>
            </a:r>
            <a:endParaRPr lang="en-US"/>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de-DE"/>
              <a:t>Mastertextformat bearbeiten</a:t>
            </a:r>
          </a:p>
        </p:txBody>
      </p:sp>
      <p:sp>
        <p:nvSpPr>
          <p:cNvPr id="5" name="Date Placeholder 4"/>
          <p:cNvSpPr>
            <a:spLocks noGrp="1"/>
          </p:cNvSpPr>
          <p:nvPr>
            <p:ph type="dt" sz="half" idx="10"/>
          </p:nvPr>
        </p:nvSpPr>
        <p:spPr/>
        <p:txBody>
          <a:bodyPr/>
          <a:lstStyle/>
          <a:p>
            <a:fld id="{5F489217-A57E-4426-9910-8D746687D389}" type="datetimeFigureOut">
              <a:rPr lang="de-DE" smtClean="0"/>
              <a:t>12.08.2026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1885938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5F489217-A57E-4426-9910-8D746687D389}" type="datetimeFigureOut">
              <a:rPr lang="de-DE" smtClean="0"/>
              <a:t>12.08.2026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14967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de-DE"/>
              <a:t>Mastertitelformat bearbeiten</a:t>
            </a:r>
            <a:endParaRPr lang="en-US"/>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5F489217-A57E-4426-9910-8D746687D389}" type="datetimeFigureOut">
              <a:rPr lang="de-DE" smtClean="0"/>
              <a:t>12.08.2026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195AF1E6-0D70-4617-8BBE-9F471E30DE62}" type="slidenum">
              <a:rPr lang="de-DE" smtClean="0"/>
              <a:t>‹#›</a:t>
            </a:fld>
            <a:endParaRPr lang="de-DE"/>
          </a:p>
        </p:txBody>
      </p:sp>
    </p:spTree>
    <p:extLst>
      <p:ext uri="{BB962C8B-B14F-4D97-AF65-F5344CB8AC3E}">
        <p14:creationId xmlns:p14="http://schemas.microsoft.com/office/powerpoint/2010/main" val="463932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5F489217-A57E-4426-9910-8D746687D389}" type="datetimeFigureOut">
              <a:rPr lang="de-DE" smtClean="0"/>
              <a:t>12.08.2026</a:t>
            </a:fld>
            <a:endParaRPr lang="de-DE"/>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195AF1E6-0D70-4617-8BBE-9F471E30DE62}" type="slidenum">
              <a:rPr lang="de-DE" smtClean="0"/>
              <a:t>‹#›</a:t>
            </a:fld>
            <a:endParaRPr lang="de-DE"/>
          </a:p>
        </p:txBody>
      </p:sp>
    </p:spTree>
    <p:extLst>
      <p:ext uri="{BB962C8B-B14F-4D97-AF65-F5344CB8AC3E}">
        <p14:creationId xmlns:p14="http://schemas.microsoft.com/office/powerpoint/2010/main" val="22670241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26" Type="http://schemas.openxmlformats.org/officeDocument/2006/relationships/image" Target="../media/image23.png"/><Relationship Id="rId3" Type="http://schemas.openxmlformats.org/officeDocument/2006/relationships/image" Target="../media/image1.png"/><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5" Type="http://schemas.openxmlformats.org/officeDocument/2006/relationships/image" Target="../media/image22.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image" Target="../media/image2.png"/><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 Id="rId27" Type="http://schemas.openxmlformats.org/officeDocument/2006/relationships/image" Target="../media/image24.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8.png"/><Relationship Id="rId18" Type="http://schemas.openxmlformats.org/officeDocument/2006/relationships/image" Target="../media/image33.png"/><Relationship Id="rId3" Type="http://schemas.openxmlformats.org/officeDocument/2006/relationships/image" Target="../media/image26.png"/><Relationship Id="rId21" Type="http://schemas.openxmlformats.org/officeDocument/2006/relationships/image" Target="../media/image35.png"/><Relationship Id="rId7" Type="http://schemas.openxmlformats.org/officeDocument/2006/relationships/image" Target="../media/image28.png"/><Relationship Id="rId12" Type="http://schemas.openxmlformats.org/officeDocument/2006/relationships/image" Target="../media/image11.png"/><Relationship Id="rId17" Type="http://schemas.openxmlformats.org/officeDocument/2006/relationships/image" Target="../media/image32.png"/><Relationship Id="rId2" Type="http://schemas.openxmlformats.org/officeDocument/2006/relationships/image" Target="../media/image25.png"/><Relationship Id="rId16" Type="http://schemas.openxmlformats.org/officeDocument/2006/relationships/image" Target="../media/image15.png"/><Relationship Id="rId20"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1.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3.png"/><Relationship Id="rId10" Type="http://schemas.openxmlformats.org/officeDocument/2006/relationships/image" Target="../media/image30.png"/><Relationship Id="rId19" Type="http://schemas.openxmlformats.org/officeDocument/2006/relationships/image" Target="../media/image34.png"/><Relationship Id="rId4" Type="http://schemas.openxmlformats.org/officeDocument/2006/relationships/image" Target="../media/image6.png"/><Relationship Id="rId9" Type="http://schemas.openxmlformats.org/officeDocument/2006/relationships/image" Target="../media/image29.png"/><Relationship Id="rId14" Type="http://schemas.openxmlformats.org/officeDocument/2006/relationships/image" Target="../media/image13.png"/><Relationship Id="rId22" Type="http://schemas.openxmlformats.org/officeDocument/2006/relationships/image" Target="../media/image36.png"/></Relationships>
</file>

<file path=ppt/slides/_rels/slide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41.png"/><Relationship Id="rId18" Type="http://schemas.openxmlformats.org/officeDocument/2006/relationships/image" Target="../media/image44.png"/><Relationship Id="rId3" Type="http://schemas.openxmlformats.org/officeDocument/2006/relationships/image" Target="../media/image38.png"/><Relationship Id="rId21" Type="http://schemas.openxmlformats.org/officeDocument/2006/relationships/image" Target="../media/image46.png"/><Relationship Id="rId7" Type="http://schemas.openxmlformats.org/officeDocument/2006/relationships/image" Target="../media/image29.png"/><Relationship Id="rId12" Type="http://schemas.openxmlformats.org/officeDocument/2006/relationships/image" Target="../media/image40.png"/><Relationship Id="rId17" Type="http://schemas.openxmlformats.org/officeDocument/2006/relationships/image" Target="../media/image43.png"/><Relationship Id="rId25" Type="http://schemas.openxmlformats.org/officeDocument/2006/relationships/image" Target="../media/image4.png"/><Relationship Id="rId2" Type="http://schemas.openxmlformats.org/officeDocument/2006/relationships/image" Target="../media/image37.png"/><Relationship Id="rId16" Type="http://schemas.openxmlformats.org/officeDocument/2006/relationships/image" Target="../media/image14.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18.png"/><Relationship Id="rId24"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42.png"/><Relationship Id="rId23" Type="http://schemas.openxmlformats.org/officeDocument/2006/relationships/image" Target="../media/image13.png"/><Relationship Id="rId10" Type="http://schemas.openxmlformats.org/officeDocument/2006/relationships/image" Target="../media/image33.png"/><Relationship Id="rId19" Type="http://schemas.openxmlformats.org/officeDocument/2006/relationships/image" Target="../media/image45.png"/><Relationship Id="rId4" Type="http://schemas.openxmlformats.org/officeDocument/2006/relationships/image" Target="../media/image5.png"/><Relationship Id="rId9" Type="http://schemas.openxmlformats.org/officeDocument/2006/relationships/image" Target="../media/image31.png"/><Relationship Id="rId14" Type="http://schemas.openxmlformats.org/officeDocument/2006/relationships/image" Target="../media/image15.png"/><Relationship Id="rId22"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29D"/>
        </a:solidFill>
        <a:effectLst/>
      </p:bgPr>
    </p:bg>
    <p:spTree>
      <p:nvGrpSpPr>
        <p:cNvPr id="1" name="">
          <a:extLst>
            <a:ext uri="{FF2B5EF4-FFF2-40B4-BE49-F238E27FC236}">
              <a16:creationId xmlns:a16="http://schemas.microsoft.com/office/drawing/2014/main" id="{5C4835EE-34DC-722B-D026-A92565D31AD8}"/>
            </a:ext>
          </a:extLst>
        </p:cNvPr>
        <p:cNvGrpSpPr/>
        <p:nvPr/>
      </p:nvGrpSpPr>
      <p:grpSpPr>
        <a:xfrm>
          <a:off x="0" y="0"/>
          <a:ext cx="0" cy="0"/>
          <a:chOff x="0" y="0"/>
          <a:chExt cx="0" cy="0"/>
        </a:xfrm>
      </p:grpSpPr>
      <p:pic>
        <p:nvPicPr>
          <p:cNvPr id="48" name="Grafik 47">
            <a:extLst>
              <a:ext uri="{FF2B5EF4-FFF2-40B4-BE49-F238E27FC236}">
                <a16:creationId xmlns:a16="http://schemas.microsoft.com/office/drawing/2014/main" id="{620FB8AA-F099-159D-D54A-927C0DE4056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l="-593" t="1124" r="13832" b="10795"/>
          <a:stretch>
            <a:fillRect/>
          </a:stretch>
        </p:blipFill>
        <p:spPr>
          <a:xfrm>
            <a:off x="-101617" y="-1"/>
            <a:ext cx="15525079" cy="11134725"/>
          </a:xfrm>
          <a:prstGeom prst="rect">
            <a:avLst/>
          </a:prstGeom>
        </p:spPr>
      </p:pic>
      <p:sp>
        <p:nvSpPr>
          <p:cNvPr id="4" name="Textfeld 35">
            <a:extLst>
              <a:ext uri="{FF2B5EF4-FFF2-40B4-BE49-F238E27FC236}">
                <a16:creationId xmlns:a16="http://schemas.microsoft.com/office/drawing/2014/main" id="{A18B3C8C-A1DD-D48B-C74E-EF3656FFB1A4}"/>
              </a:ext>
            </a:extLst>
          </p:cNvPr>
          <p:cNvSpPr txBox="1">
            <a:spLocks noGrp="1" noRot="1" noMove="1" noResize="1" noEditPoints="1" noAdjustHandles="1" noChangeArrowheads="1" noChangeShapeType="1"/>
          </p:cNvSpPr>
          <p:nvPr/>
        </p:nvSpPr>
        <p:spPr>
          <a:xfrm>
            <a:off x="433805" y="305906"/>
            <a:ext cx="14317176" cy="10178451"/>
          </a:xfrm>
          <a:prstGeom prst="rect">
            <a:avLst/>
          </a:prstGeom>
          <a:solidFill>
            <a:srgbClr val="FFFFFF">
              <a:alpha val="47059"/>
            </a:srgbClr>
          </a:solidFill>
        </p:spPr>
        <p:txBody>
          <a:bodyPr wrap="square" tIns="144000" rIns="144000" bIns="180000" numCol="4" rtlCol="0">
            <a:spAutoFit/>
          </a:bodyPr>
          <a:lstStyle/>
          <a:p>
            <a:pPr marL="363538" indent="-276225">
              <a:spcAft>
                <a:spcPts val="1200"/>
              </a:spcAft>
            </a:pPr>
            <a:r>
              <a:rPr lang="de-DE" b="1" noProof="0" dirty="0"/>
              <a:t>Spielanleitung</a:t>
            </a:r>
          </a:p>
          <a:p>
            <a:pPr marL="363538" indent="-276225">
              <a:spcAft>
                <a:spcPts val="1200"/>
              </a:spcAft>
            </a:pPr>
            <a:r>
              <a:rPr lang="de-DE" b="1" dirty="0"/>
              <a:t>Registrierung -&gt;</a:t>
            </a:r>
            <a:endParaRPr lang="de-DE" b="1" noProof="0" dirty="0"/>
          </a:p>
          <a:p>
            <a:pPr marL="363538" indent="-276225">
              <a:spcAft>
                <a:spcPts val="1200"/>
              </a:spcAft>
            </a:pPr>
            <a:r>
              <a:rPr lang="de-DE" b="1" dirty="0"/>
              <a:t>	Aufbau</a:t>
            </a:r>
          </a:p>
          <a:p>
            <a:pPr marL="87313">
              <a:spcAft>
                <a:spcPts val="1200"/>
              </a:spcAft>
            </a:pPr>
            <a:r>
              <a:rPr lang="de-DE" sz="1200" dirty="0"/>
              <a:t>Die Maßnahmenkarten werden nach ihrem Kartenrücken in Stapel aufgeteilt, gemischt und bereitgelegt.</a:t>
            </a:r>
          </a:p>
          <a:p>
            <a:pPr marL="87313">
              <a:spcAft>
                <a:spcPts val="1200"/>
              </a:spcAft>
            </a:pPr>
            <a:r>
              <a:rPr lang="de-DE" sz="1200" dirty="0"/>
              <a:t>Platziert je einen Marker an den mit              markierten Stellen um die Ausgangssituation eures Hauses abzubilden: </a:t>
            </a:r>
          </a:p>
          <a:p>
            <a:pPr marL="315913" indent="-228600">
              <a:spcAft>
                <a:spcPts val="1200"/>
              </a:spcAft>
              <a:buFont typeface="+mj-lt"/>
              <a:buAutoNum type="arabicPeriod"/>
            </a:pPr>
            <a:r>
              <a:rPr lang="de-DE" sz="1200" dirty="0"/>
              <a:t>Euer Start-Budget            ist 4.</a:t>
            </a:r>
          </a:p>
          <a:p>
            <a:pPr marL="315913" indent="-228600">
              <a:spcAft>
                <a:spcPts val="1200"/>
              </a:spcAft>
              <a:buFont typeface="+mj-lt"/>
              <a:buAutoNum type="arabicPeriod"/>
            </a:pPr>
            <a:r>
              <a:rPr lang="de-DE" sz="1200" dirty="0"/>
              <a:t>Eure baulichen Emissionen            zeigen an, wie viele Emissionen durch Baumaßnahmen eingespart werden.</a:t>
            </a:r>
          </a:p>
          <a:p>
            <a:pPr marL="315913" indent="-228600">
              <a:spcAft>
                <a:spcPts val="1200"/>
              </a:spcAft>
              <a:buFont typeface="+mj-lt"/>
              <a:buAutoNum type="arabicPeriod"/>
            </a:pPr>
            <a:r>
              <a:rPr lang="de-DE" sz="1200" dirty="0"/>
              <a:t>Euer Haus ist zu Beginn unsaniert! Der Wärmeschutz            liegt bei 0. Hier gilt es schnellstmöglich Maßnahmen zu ergreifen!</a:t>
            </a:r>
          </a:p>
          <a:p>
            <a:pPr marL="315913" indent="-228600">
              <a:spcAft>
                <a:spcPts val="1200"/>
              </a:spcAft>
              <a:buFont typeface="+mj-lt"/>
              <a:buAutoNum type="arabicPeriod"/>
            </a:pPr>
            <a:r>
              <a:rPr lang="de-DE" sz="1200" dirty="0"/>
              <a:t>Euer Haus wird mit Gas beheizt. Platziert den Marker beim entsprechenden Heizsystem-Marker:</a:t>
            </a:r>
          </a:p>
          <a:p>
            <a:pPr marL="315913" indent="-228600">
              <a:spcAft>
                <a:spcPts val="1200"/>
              </a:spcAft>
              <a:buFont typeface="+mj-lt"/>
              <a:buAutoNum type="arabicPeriod"/>
            </a:pPr>
            <a:r>
              <a:rPr lang="de-DE" sz="1200" dirty="0"/>
              <a:t>Euer Strombedarf           ist Durchschnitt!</a:t>
            </a:r>
          </a:p>
          <a:p>
            <a:pPr marL="315913" indent="-228600">
              <a:spcAft>
                <a:spcPts val="1200"/>
              </a:spcAft>
              <a:buFont typeface="+mj-lt"/>
              <a:buAutoNum type="arabicPeriod"/>
            </a:pPr>
            <a:r>
              <a:rPr lang="de-DE" sz="1200" dirty="0"/>
              <a:t>Euer Haus hat zu Beginn keine eigene Stromproduktion           . Platziert den Marker bei 0</a:t>
            </a:r>
          </a:p>
          <a:p>
            <a:pPr marL="315913" indent="-228600">
              <a:spcAft>
                <a:spcPts val="1200"/>
              </a:spcAft>
              <a:buFont typeface="+mj-lt"/>
              <a:buAutoNum type="arabicPeriod"/>
            </a:pPr>
            <a:r>
              <a:rPr lang="de-DE" sz="1200" dirty="0"/>
              <a:t>Es werden noch keine Energiespeicher          genutzt, setzt die Anzeige auf 0.  Spätestens wenn ihr selbst Strom produziert werden Speicher wichtig, um noch mehr Emissionen einsparen zu können </a:t>
            </a:r>
          </a:p>
          <a:p>
            <a:pPr marL="315913" indent="-228600">
              <a:spcAft>
                <a:spcPts val="1200"/>
              </a:spcAft>
              <a:buFont typeface="+mj-lt"/>
              <a:buAutoNum type="arabicPeriod"/>
            </a:pPr>
            <a:r>
              <a:rPr lang="de-DE" sz="1200" dirty="0"/>
              <a:t>Eure Hausbewohner haben einen Zufriedenheitswert            . Je höher dieser ist, umso mehr Budget habt ihr in der folgenden Runde zur Verfügung.</a:t>
            </a:r>
          </a:p>
          <a:p>
            <a:pPr marL="315913" indent="-228600">
              <a:spcAft>
                <a:spcPts val="1200"/>
              </a:spcAft>
              <a:buFont typeface="+mj-lt"/>
              <a:buAutoNum type="arabicPeriod"/>
            </a:pPr>
            <a:r>
              <a:rPr lang="de-DE" sz="1200" dirty="0"/>
              <a:t>Euer Netzbezug            wird am Ende jeder Runde neu berechnet und verursacht dann zusätzliche Emissionen, allerdings von Runde zu Runde weniger, weil das umliegende Stromsystem auch erneuerbarer wird. Platziert den Marker erstmal bei 0</a:t>
            </a:r>
          </a:p>
          <a:p>
            <a:pPr marL="315913" indent="-228600">
              <a:spcAft>
                <a:spcPts val="1200"/>
              </a:spcAft>
              <a:buFont typeface="+mj-lt"/>
              <a:buAutoNum type="arabicPeriod"/>
            </a:pPr>
            <a:r>
              <a:rPr lang="de-DE" sz="1200" dirty="0"/>
              <a:t>Das Ziel des Spiels ist es CO₂ einzusparen. Auf der Siegpunkteleiste            könnt ihr euer verursachtes CO₂ verfolgen.  Platziert den Marker bei 0.</a:t>
            </a:r>
          </a:p>
          <a:p>
            <a:pPr marL="315913" indent="-228600">
              <a:spcAft>
                <a:spcPts val="1200"/>
              </a:spcAft>
              <a:buFont typeface="+mj-lt"/>
              <a:buAutoNum type="arabicPeriod"/>
            </a:pPr>
            <a:r>
              <a:rPr lang="de-DE" sz="1200" dirty="0"/>
              <a:t>Den Rundenmarker auf Runde 1</a:t>
            </a:r>
          </a:p>
          <a:p>
            <a:pPr marL="315913" indent="-228600">
              <a:spcAft>
                <a:spcPts val="1200"/>
              </a:spcAft>
              <a:buFont typeface="+mj-lt"/>
              <a:buAutoNum type="arabicPeriod"/>
            </a:pPr>
            <a:r>
              <a:rPr lang="de-DE" sz="1200" dirty="0"/>
              <a:t>Ein letzter Marker bleibt euch übrig. Diesen braucht ihr nur, wenn ihr eine Wärmepumpe installiert um ihre Effizienz            zu messen. Legt ihn erstmal zur Seite. Wenn ihr später eine Wärmepumpe installiert, wird der Marker eingesetzt.</a:t>
            </a:r>
          </a:p>
          <a:p>
            <a:pPr marL="87313">
              <a:spcAft>
                <a:spcPts val="1200"/>
              </a:spcAft>
            </a:pPr>
            <a:r>
              <a:rPr lang="de-DE" b="1" dirty="0"/>
              <a:t>	Ablauf</a:t>
            </a:r>
          </a:p>
          <a:p>
            <a:pPr marL="87313">
              <a:spcAft>
                <a:spcPts val="1200"/>
              </a:spcAft>
            </a:pPr>
            <a:r>
              <a:rPr lang="de-DE" sz="1200" dirty="0"/>
              <a:t>Das Spiel läuft in </a:t>
            </a:r>
            <a:r>
              <a:rPr lang="de-DE" sz="1200" b="1" dirty="0"/>
              <a:t>vier Runden </a:t>
            </a:r>
            <a:r>
              <a:rPr lang="de-DE" sz="1200" dirty="0"/>
              <a:t>ab. In jeder Runde führt ihr Sanierungsmaßnahmen durch, um die Situation des Hauses zu verbessern. Eine Runde besteht aus mehreren Zügen, in denen ihr jeweils eine Maßnahme setzt.</a:t>
            </a:r>
          </a:p>
          <a:p>
            <a:pPr marL="87313">
              <a:spcAft>
                <a:spcPts val="1200"/>
              </a:spcAft>
            </a:pPr>
            <a:r>
              <a:rPr lang="de-DE" sz="1200" dirty="0"/>
              <a:t>Am Ende der Runde wird eure Situation ausgewertet und ihr sammelt Siegpunkte. Abschließend erhaltet ihr ein Budget für die nächste Runde.</a:t>
            </a:r>
          </a:p>
          <a:p>
            <a:pPr marL="87313">
              <a:spcAft>
                <a:spcPts val="1200"/>
              </a:spcAft>
            </a:pPr>
            <a:r>
              <a:rPr lang="de-DE" sz="1400" b="1" noProof="0" dirty="0"/>
              <a:t>Zugablauf: </a:t>
            </a:r>
          </a:p>
          <a:p>
            <a:pPr marL="315913" indent="-228600">
              <a:spcAft>
                <a:spcPts val="1200"/>
              </a:spcAft>
              <a:buFont typeface="+mj-lt"/>
              <a:buAutoNum type="arabicPeriod"/>
            </a:pPr>
            <a:r>
              <a:rPr lang="de-DE" sz="1200" noProof="0" dirty="0"/>
              <a:t>Wählt einen beliebigen Maßnahmenstapel und z</a:t>
            </a:r>
            <a:r>
              <a:rPr lang="de-DE" sz="1200" dirty="0" err="1"/>
              <a:t>ieht</a:t>
            </a:r>
            <a:r>
              <a:rPr lang="de-DE" sz="1200" dirty="0"/>
              <a:t> daraus drei Karten. Wenn ihr gemeinsam spielt, zieht jeder aus einem anderen Stapel je 2.</a:t>
            </a:r>
            <a:endParaRPr lang="de-DE" sz="1200" noProof="0" dirty="0"/>
          </a:p>
          <a:p>
            <a:pPr marL="315913" indent="-228600">
              <a:spcAft>
                <a:spcPts val="1200"/>
              </a:spcAft>
              <a:buFont typeface="+mj-lt"/>
              <a:buAutoNum type="arabicPeriod"/>
            </a:pPr>
            <a:r>
              <a:rPr lang="de-DE" sz="1200" dirty="0"/>
              <a:t>Wählt eine der Karten und legt sie in den entsprechenden Slot auf eurem Spielplan. Achtet darauf, dass die Voraussetzungen (falls vorhanden) erfüllt sind und dass ihr die Kosten bezahlen könnt.  Bezahlt die Maßnahme, indem ihr den             Budget-Tracker entsprechend reduziert. Wenn ihr keine der Karten wählen könnt oder wollt, müsst ihr passen und macht mit der Wertung am Rundenende weiter (siehe unten).</a:t>
            </a:r>
          </a:p>
          <a:p>
            <a:pPr marL="315913" indent="-228600">
              <a:spcAft>
                <a:spcPts val="1200"/>
              </a:spcAft>
              <a:buFont typeface="+mj-lt"/>
              <a:buAutoNum type="arabicPeriod"/>
            </a:pPr>
            <a:r>
              <a:rPr lang="de-DE" sz="1200" dirty="0"/>
              <a:t>Tragt jedes der Symbole in der oberen, rechten Ecke der Karte mit euren Markern ab. Manche Symbole gibt es in zwei Ausprägungen. Achtet bei diesen darauf, dass ihr den Marker in die richtige Richtung, also auf das abgebildete Symbol zu bewegt. Tragt außerdem das sofort verursachte oder eingesparte CO₂, das auf der Karte abgebildet ist auf der Siegpunkteleiste ab.</a:t>
            </a:r>
          </a:p>
          <a:p>
            <a:pPr marL="315913" indent="-228600">
              <a:spcAft>
                <a:spcPts val="1200"/>
              </a:spcAft>
              <a:buFont typeface="+mj-lt"/>
              <a:buAutoNum type="arabicPeriod"/>
            </a:pPr>
            <a:r>
              <a:rPr lang="de-DE" sz="1200" dirty="0"/>
              <a:t>Legt nicht verwendete Karten unter den Maßnahmenstapel. Beginnt dann wieder mit dem wählen eines neuen Maßnahmenstapels wie in Schritt 1 beschrieben.</a:t>
            </a:r>
          </a:p>
          <a:p>
            <a:pPr marL="87313">
              <a:spcAft>
                <a:spcPts val="1200"/>
              </a:spcAft>
            </a:pPr>
            <a:r>
              <a:rPr lang="de-DE" sz="1200" dirty="0"/>
              <a:t>Führt Züge durch, bis ihr in Schritt (2) keine Karte wählen könnt oder wollt. Dann geht ihr zur Wertung am Rundenende über.</a:t>
            </a:r>
            <a:endParaRPr lang="de-DE" sz="1200" noProof="0" dirty="0"/>
          </a:p>
          <a:p>
            <a:pPr marL="87313">
              <a:spcAft>
                <a:spcPts val="1200"/>
              </a:spcAft>
            </a:pPr>
            <a:r>
              <a:rPr lang="de-DE" sz="1400" b="1" noProof="0" dirty="0"/>
              <a:t>Rundenende: </a:t>
            </a:r>
            <a:r>
              <a:rPr lang="de-DE" sz="1400" b="1" dirty="0"/>
              <a:t>Effekte werten </a:t>
            </a:r>
          </a:p>
          <a:p>
            <a:pPr marL="182563">
              <a:spcAft>
                <a:spcPts val="1200"/>
              </a:spcAft>
            </a:pPr>
            <a:r>
              <a:rPr lang="de-DE" sz="1200" noProof="0" dirty="0"/>
              <a:t>Am Ende der Runde wird ermittelt, </a:t>
            </a:r>
            <a:r>
              <a:rPr lang="de-DE" sz="1200" dirty="0"/>
              <a:t>welche Auswirkungen die Maßnahmen in drei Bereichen haben:</a:t>
            </a:r>
          </a:p>
          <a:p>
            <a:pPr marL="887413" lvl="1" indent="-342900">
              <a:spcAft>
                <a:spcPts val="600"/>
              </a:spcAft>
              <a:buFont typeface="Arial" panose="020B0604020202020204" pitchFamily="34" charset="0"/>
              <a:buChar char="•"/>
            </a:pPr>
            <a:r>
              <a:rPr lang="de-DE" sz="1200" dirty="0"/>
              <a:t>Strombezug vom Netz</a:t>
            </a:r>
          </a:p>
          <a:p>
            <a:pPr marL="887413" lvl="1" indent="-342900">
              <a:spcAft>
                <a:spcPts val="600"/>
              </a:spcAft>
              <a:buFont typeface="Arial" panose="020B0604020202020204" pitchFamily="34" charset="0"/>
              <a:buChar char="•"/>
            </a:pPr>
            <a:r>
              <a:rPr lang="de-DE" sz="1200" dirty="0"/>
              <a:t>Investitionsbudget für die folgenden Runden</a:t>
            </a:r>
          </a:p>
          <a:p>
            <a:pPr marL="887413" lvl="1" indent="-342900">
              <a:spcAft>
                <a:spcPts val="1200"/>
              </a:spcAft>
              <a:buFont typeface="Arial" panose="020B0604020202020204" pitchFamily="34" charset="0"/>
              <a:buChar char="•"/>
            </a:pPr>
            <a:r>
              <a:rPr lang="de-DE" sz="1200" dirty="0"/>
              <a:t>Verursachtes CO₂ (Emissionen) </a:t>
            </a:r>
          </a:p>
          <a:p>
            <a:pPr marL="87313">
              <a:spcAft>
                <a:spcPts val="1200"/>
              </a:spcAft>
            </a:pPr>
            <a:r>
              <a:rPr lang="de-DE" sz="1200" dirty="0"/>
              <a:t>Geht euren Spielerbogen von links nach rechts durch. Schaut auf die Budget-, Strombezug-, oder CO₂-Wertung die neben euren Markern zu finden ist und tragt diesen Wert auf der entsprechenden Leiste ab.</a:t>
            </a:r>
          </a:p>
          <a:p>
            <a:pPr marL="544513" lvl="1">
              <a:spcAft>
                <a:spcPts val="1200"/>
              </a:spcAft>
            </a:pPr>
            <a:r>
              <a:rPr lang="de-DE" sz="1200" dirty="0"/>
              <a:t>Bauliche Emissionen – Reduziert Emissionen entsprechend der Zahl neben eurem Marker.</a:t>
            </a:r>
          </a:p>
          <a:p>
            <a:pPr marL="544513" lvl="1">
              <a:spcAft>
                <a:spcPts val="1200"/>
              </a:spcAft>
            </a:pPr>
            <a:r>
              <a:rPr lang="de-DE" sz="1200" dirty="0"/>
              <a:t>Heizbedarf-Tabelle – Findet das Feld, dass durch euren Wärmeschutz-Marker und euren Heizsystem-Marker oder Effizienz-Marker gegeben ist und tragt das Ergebnis entsprechend bei Emissionen, Budget, und/oder Netzbezug ab.</a:t>
            </a:r>
          </a:p>
          <a:p>
            <a:pPr marL="544513" lvl="1">
              <a:spcAft>
                <a:spcPts val="1200"/>
              </a:spcAft>
            </a:pPr>
            <a:r>
              <a:rPr lang="de-DE" sz="1200" dirty="0"/>
              <a:t>Strombedarf –Der Netzbezug kann erhöht oder verringert werden</a:t>
            </a:r>
          </a:p>
          <a:p>
            <a:pPr marL="544513" lvl="1">
              <a:spcAft>
                <a:spcPts val="1200"/>
              </a:spcAft>
            </a:pPr>
            <a:r>
              <a:rPr lang="de-DE" sz="1200" dirty="0"/>
              <a:t>Stromproduktion – Der Netzbezug kann verringert werden</a:t>
            </a:r>
          </a:p>
          <a:p>
            <a:pPr marL="544513" lvl="1">
              <a:spcAft>
                <a:spcPts val="1200"/>
              </a:spcAft>
            </a:pPr>
            <a:r>
              <a:rPr lang="de-DE" sz="1200" dirty="0"/>
              <a:t>Speicherpotenzial – Hier wird immer gemeinsam mit der Produktion gewertet. Schaut welcher der beiden Marker niedriger steht. Dieser gibt an um wieviel sich der Netzbezug verringert</a:t>
            </a:r>
          </a:p>
          <a:p>
            <a:pPr marL="544513" lvl="1">
              <a:spcAft>
                <a:spcPts val="1200"/>
              </a:spcAft>
            </a:pPr>
            <a:r>
              <a:rPr lang="de-DE" sz="1200" dirty="0"/>
              <a:t> Zufriedenheit – Hier wird das Budget        für die Folgerunden entsprechend erhöht.</a:t>
            </a:r>
          </a:p>
          <a:p>
            <a:pPr marL="544513" lvl="1">
              <a:spcAft>
                <a:spcPts val="1200"/>
              </a:spcAft>
            </a:pPr>
            <a:r>
              <a:rPr lang="de-DE" sz="1200" dirty="0"/>
              <a:t>Netzbezug – Der Strom den ihr vom Netz bezieht hat Auswirkungen auf eure CO₂-Emissionen, also Siegpunkte. Diese Auswirkungen verändern sich über die Runden, da das Stromnetz über die Jahre grüner wird. Außerdem kann der Netzbezug Auswirkungen auf euer Budget haben.</a:t>
            </a:r>
          </a:p>
          <a:p>
            <a:pPr marL="87313">
              <a:spcAft>
                <a:spcPts val="1200"/>
              </a:spcAft>
            </a:pPr>
            <a:r>
              <a:rPr lang="de-DE" sz="1200" dirty="0"/>
              <a:t>Platziert den Netzbezug-Marker nach der Wertung wieder bei 0 für die Wertung in der folgenden Runde und schiebt den Rundenmarker 1 weiter.</a:t>
            </a:r>
          </a:p>
          <a:p>
            <a:pPr marL="87313">
              <a:spcAft>
                <a:spcPts val="1200"/>
              </a:spcAft>
            </a:pPr>
            <a:r>
              <a:rPr lang="de-DE" sz="1200" dirty="0"/>
              <a:t>Danach folgt die nächste Runde.</a:t>
            </a:r>
          </a:p>
          <a:p>
            <a:pPr marL="87313">
              <a:spcAft>
                <a:spcPts val="1200"/>
              </a:spcAft>
            </a:pPr>
            <a:r>
              <a:rPr lang="de-DE" sz="1200" dirty="0"/>
              <a:t>Am Ende der vierten Runde ist das Spiel zu Ende. </a:t>
            </a:r>
            <a:r>
              <a:rPr lang="de-DE" sz="1200"/>
              <a:t>Wer am wenigsten Emissionen verursacht hat, gewinnt das Spiel.</a:t>
            </a:r>
            <a:endParaRPr lang="de-DE" sz="1200" dirty="0"/>
          </a:p>
          <a:p>
            <a:pPr marL="87313">
              <a:spcAft>
                <a:spcPts val="1200"/>
              </a:spcAft>
            </a:pPr>
            <a:r>
              <a:rPr lang="de-DE" b="1" dirty="0"/>
              <a:t>Beispielkarte</a:t>
            </a:r>
          </a:p>
          <a:p>
            <a:pPr marL="87313">
              <a:spcAft>
                <a:spcPts val="1200"/>
              </a:spcAft>
            </a:pPr>
            <a:endParaRPr lang="de-DE" sz="1200" dirty="0"/>
          </a:p>
        </p:txBody>
      </p:sp>
      <p:pic>
        <p:nvPicPr>
          <p:cNvPr id="88" name="Grafik 87">
            <a:extLst>
              <a:ext uri="{FF2B5EF4-FFF2-40B4-BE49-F238E27FC236}">
                <a16:creationId xmlns:a16="http://schemas.microsoft.com/office/drawing/2014/main" id="{A73B7113-4F1B-BC8B-071D-7F39DCF86D55}"/>
              </a:ext>
            </a:extLst>
          </p:cNvPr>
          <p:cNvPicPr>
            <a:picLocks noChangeAspect="1"/>
          </p:cNvPicPr>
          <p:nvPr/>
        </p:nvPicPr>
        <p:blipFill>
          <a:blip r:embed="rId5"/>
          <a:srcRect l="892" t="906"/>
          <a:stretch>
            <a:fillRect/>
          </a:stretch>
        </p:blipFill>
        <p:spPr>
          <a:xfrm>
            <a:off x="11660908" y="5064076"/>
            <a:ext cx="2080648" cy="2883558"/>
          </a:xfrm>
          <a:prstGeom prst="rect">
            <a:avLst/>
          </a:prstGeom>
        </p:spPr>
      </p:pic>
      <p:grpSp>
        <p:nvGrpSpPr>
          <p:cNvPr id="37" name="Group 36">
            <a:extLst>
              <a:ext uri="{FF2B5EF4-FFF2-40B4-BE49-F238E27FC236}">
                <a16:creationId xmlns:a16="http://schemas.microsoft.com/office/drawing/2014/main" id="{61F443A4-F476-28CC-0F7E-9891F6C87E96}"/>
              </a:ext>
            </a:extLst>
          </p:cNvPr>
          <p:cNvGrpSpPr/>
          <p:nvPr/>
        </p:nvGrpSpPr>
        <p:grpSpPr>
          <a:xfrm>
            <a:off x="11377702" y="2519382"/>
            <a:ext cx="2929768" cy="7314674"/>
            <a:chOff x="10669107" y="4403189"/>
            <a:chExt cx="2929768" cy="7314674"/>
          </a:xfrm>
        </p:grpSpPr>
        <p:sp>
          <p:nvSpPr>
            <p:cNvPr id="6" name="Rectangle 5">
              <a:extLst>
                <a:ext uri="{FF2B5EF4-FFF2-40B4-BE49-F238E27FC236}">
                  <a16:creationId xmlns:a16="http://schemas.microsoft.com/office/drawing/2014/main" id="{EDEA6DD0-80C5-86E6-44D8-D17F62135FA3}"/>
                </a:ext>
              </a:extLst>
            </p:cNvPr>
            <p:cNvSpPr/>
            <p:nvPr/>
          </p:nvSpPr>
          <p:spPr>
            <a:xfrm>
              <a:off x="10669107" y="4403189"/>
              <a:ext cx="2277300" cy="1136872"/>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100" dirty="0">
                  <a:solidFill>
                    <a:sysClr val="windowText" lastClr="000000"/>
                  </a:solidFill>
                </a:rPr>
                <a:t>Schaut zuerst hierher:</a:t>
              </a:r>
            </a:p>
            <a:p>
              <a:pPr algn="ctr"/>
              <a:r>
                <a:rPr lang="de-DE" sz="1100" dirty="0">
                  <a:solidFill>
                    <a:sysClr val="windowText" lastClr="000000"/>
                  </a:solidFill>
                </a:rPr>
                <a:t>Auf welchen Slot wird die Karte gelegt? Ist der Slot schon besetzt?</a:t>
              </a:r>
            </a:p>
            <a:p>
              <a:pPr algn="ctr"/>
              <a:endParaRPr lang="de-DE" sz="1100" dirty="0">
                <a:solidFill>
                  <a:sysClr val="windowText" lastClr="000000"/>
                </a:solidFill>
              </a:endParaRPr>
            </a:p>
            <a:p>
              <a:pPr algn="ctr"/>
              <a:r>
                <a:rPr lang="de-DE" sz="1100" dirty="0">
                  <a:solidFill>
                    <a:sysClr val="windowText" lastClr="000000"/>
                  </a:solidFill>
                </a:rPr>
                <a:t>Was ist der Preis XX?</a:t>
              </a:r>
            </a:p>
            <a:p>
              <a:pPr algn="ctr"/>
              <a:r>
                <a:rPr lang="de-DE" sz="1100" dirty="0">
                  <a:solidFill>
                    <a:sysClr val="windowText" lastClr="000000"/>
                  </a:solidFill>
                </a:rPr>
                <a:t>Sind die Voraussetzungen erfüllt?</a:t>
              </a:r>
            </a:p>
            <a:p>
              <a:pPr algn="ctr"/>
              <a:endParaRPr lang="de-DE" sz="1100" dirty="0">
                <a:solidFill>
                  <a:sysClr val="windowText" lastClr="000000"/>
                </a:solidFill>
              </a:endParaRPr>
            </a:p>
          </p:txBody>
        </p:sp>
        <p:cxnSp>
          <p:nvCxnSpPr>
            <p:cNvPr id="8" name="Connector: Curved 7">
              <a:extLst>
                <a:ext uri="{FF2B5EF4-FFF2-40B4-BE49-F238E27FC236}">
                  <a16:creationId xmlns:a16="http://schemas.microsoft.com/office/drawing/2014/main" id="{5B0A762C-C8FD-F3BF-9979-2E4BA4546069}"/>
                </a:ext>
              </a:extLst>
            </p:cNvPr>
            <p:cNvCxnSpPr>
              <a:cxnSpLocks/>
            </p:cNvCxnSpPr>
            <p:nvPr/>
          </p:nvCxnSpPr>
          <p:spPr>
            <a:xfrm rot="16200000" flipH="1">
              <a:off x="10354991" y="6093193"/>
              <a:ext cx="1439466" cy="333202"/>
            </a:xfrm>
            <a:prstGeom prst="curvedConnector3">
              <a:avLst>
                <a:gd name="adj1" fmla="val 50000"/>
              </a:avLst>
            </a:prstGeom>
            <a:ln>
              <a:solidFill>
                <a:schemeClr val="bg1">
                  <a:lumMod val="65000"/>
                </a:schemeClr>
              </a:solidFill>
              <a:tailEnd type="triangle"/>
            </a:ln>
          </p:spPr>
          <p:style>
            <a:lnRef idx="2">
              <a:schemeClr val="dk1"/>
            </a:lnRef>
            <a:fillRef idx="0">
              <a:schemeClr val="dk1"/>
            </a:fillRef>
            <a:effectRef idx="1">
              <a:schemeClr val="dk1"/>
            </a:effectRef>
            <a:fontRef idx="minor">
              <a:schemeClr val="tx1"/>
            </a:fontRef>
          </p:style>
        </p:cxnSp>
        <p:cxnSp>
          <p:nvCxnSpPr>
            <p:cNvPr id="11" name="Connector: Curved 10">
              <a:extLst>
                <a:ext uri="{FF2B5EF4-FFF2-40B4-BE49-F238E27FC236}">
                  <a16:creationId xmlns:a16="http://schemas.microsoft.com/office/drawing/2014/main" id="{2C0FA5A6-7E30-073A-17E9-80567DC761BB}"/>
                </a:ext>
              </a:extLst>
            </p:cNvPr>
            <p:cNvCxnSpPr>
              <a:cxnSpLocks/>
            </p:cNvCxnSpPr>
            <p:nvPr/>
          </p:nvCxnSpPr>
          <p:spPr>
            <a:xfrm rot="16200000" flipH="1">
              <a:off x="8961133" y="7463919"/>
              <a:ext cx="3972488" cy="287999"/>
            </a:xfrm>
            <a:prstGeom prst="curvedConnector3">
              <a:avLst>
                <a:gd name="adj1" fmla="val 100883"/>
              </a:avLst>
            </a:prstGeom>
            <a:ln>
              <a:solidFill>
                <a:schemeClr val="bg1">
                  <a:lumMod val="65000"/>
                </a:schemeClr>
              </a:solidFill>
              <a:tailEnd type="triangle"/>
            </a:ln>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20577A8F-9A45-7FB8-1706-1FCE7EB59FA7}"/>
                </a:ext>
              </a:extLst>
            </p:cNvPr>
            <p:cNvSpPr/>
            <p:nvPr/>
          </p:nvSpPr>
          <p:spPr>
            <a:xfrm>
              <a:off x="10848073" y="10122881"/>
              <a:ext cx="1108949" cy="1594982"/>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2000" tIns="0" rIns="72000" bIns="0" rtlCol="0" anchor="ctr"/>
            <a:lstStyle/>
            <a:p>
              <a:pPr algn="ctr"/>
              <a:r>
                <a:rPr lang="de-DE" sz="1100" dirty="0">
                  <a:solidFill>
                    <a:sysClr val="windowText" lastClr="000000"/>
                  </a:solidFill>
                </a:rPr>
                <a:t>Wenn ihr die Karte spielt:</a:t>
              </a:r>
            </a:p>
            <a:p>
              <a:pPr algn="ctr"/>
              <a:r>
                <a:rPr lang="de-DE" sz="1100" dirty="0">
                  <a:solidFill>
                    <a:sysClr val="windowText" lastClr="000000"/>
                  </a:solidFill>
                </a:rPr>
                <a:t>Legt sie in den entsprechenden Slot reduziert den Budget-Marker um den angegeben Betrag</a:t>
              </a:r>
            </a:p>
          </p:txBody>
        </p:sp>
        <p:cxnSp>
          <p:nvCxnSpPr>
            <p:cNvPr id="24" name="Connector: Curved 23">
              <a:extLst>
                <a:ext uri="{FF2B5EF4-FFF2-40B4-BE49-F238E27FC236}">
                  <a16:creationId xmlns:a16="http://schemas.microsoft.com/office/drawing/2014/main" id="{B87FEAF8-F074-FFBD-01A4-9B3ADFAD08F0}"/>
                </a:ext>
              </a:extLst>
            </p:cNvPr>
            <p:cNvCxnSpPr>
              <a:cxnSpLocks/>
            </p:cNvCxnSpPr>
            <p:nvPr/>
          </p:nvCxnSpPr>
          <p:spPr>
            <a:xfrm flipV="1">
              <a:off x="11372164" y="9556301"/>
              <a:ext cx="1178394" cy="56658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25" name="Rectangle 24">
              <a:extLst>
                <a:ext uri="{FF2B5EF4-FFF2-40B4-BE49-F238E27FC236}">
                  <a16:creationId xmlns:a16="http://schemas.microsoft.com/office/drawing/2014/main" id="{A2F50811-8287-96B1-BF2F-198CC5721543}"/>
                </a:ext>
              </a:extLst>
            </p:cNvPr>
            <p:cNvSpPr/>
            <p:nvPr/>
          </p:nvSpPr>
          <p:spPr>
            <a:xfrm>
              <a:off x="11372164" y="5621675"/>
              <a:ext cx="2226711" cy="1193271"/>
            </a:xfrm>
            <a:prstGeom prst="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2000" tIns="0" rIns="72000" bIns="0" rtlCol="0" anchor="ctr"/>
            <a:lstStyle/>
            <a:p>
              <a:pPr algn="ctr"/>
              <a:r>
                <a:rPr lang="de-DE" sz="1100" dirty="0">
                  <a:solidFill>
                    <a:sysClr val="windowText" lastClr="000000"/>
                  </a:solidFill>
                </a:rPr>
                <a:t>Diese Symbole sind die Effekte der Maßnahmenkarte. Wenn ihr sie spielt, verbessert (oder verschlechtert) sich der Sanierungsstatus eures Gebäudes um </a:t>
              </a:r>
              <a:r>
                <a:rPr lang="de-DE" sz="1100" dirty="0" err="1">
                  <a:solidFill>
                    <a:sysClr val="windowText" lastClr="000000"/>
                  </a:solidFill>
                </a:rPr>
                <a:t>soviele</a:t>
              </a:r>
              <a:r>
                <a:rPr lang="de-DE" sz="1100" dirty="0">
                  <a:solidFill>
                    <a:sysClr val="windowText" lastClr="000000"/>
                  </a:solidFill>
                </a:rPr>
                <a:t> Felder</a:t>
              </a:r>
            </a:p>
          </p:txBody>
        </p:sp>
        <p:cxnSp>
          <p:nvCxnSpPr>
            <p:cNvPr id="29" name="Connector: Curved 28">
              <a:extLst>
                <a:ext uri="{FF2B5EF4-FFF2-40B4-BE49-F238E27FC236}">
                  <a16:creationId xmlns:a16="http://schemas.microsoft.com/office/drawing/2014/main" id="{A13D8350-D908-5772-D7BF-2FF84CF28452}"/>
                </a:ext>
              </a:extLst>
            </p:cNvPr>
            <p:cNvCxnSpPr>
              <a:cxnSpLocks/>
              <a:stCxn id="25" idx="2"/>
            </p:cNvCxnSpPr>
            <p:nvPr/>
          </p:nvCxnSpPr>
          <p:spPr>
            <a:xfrm rot="16200000" flipH="1">
              <a:off x="12427340" y="6873126"/>
              <a:ext cx="181398" cy="65038"/>
            </a:xfrm>
            <a:prstGeom prst="curvedConnector3">
              <a:avLst>
                <a:gd name="adj1" fmla="val 50000"/>
              </a:avLst>
            </a:prstGeom>
            <a:ln>
              <a:solidFill>
                <a:schemeClr val="bg1">
                  <a:lumMod val="65000"/>
                </a:schemeClr>
              </a:solidFill>
              <a:tailEnd type="triangle"/>
            </a:ln>
          </p:spPr>
          <p:style>
            <a:lnRef idx="2">
              <a:schemeClr val="dk1"/>
            </a:lnRef>
            <a:fillRef idx="0">
              <a:schemeClr val="dk1"/>
            </a:fillRef>
            <a:effectRef idx="1">
              <a:schemeClr val="dk1"/>
            </a:effectRef>
            <a:fontRef idx="minor">
              <a:schemeClr val="tx1"/>
            </a:fontRef>
          </p:style>
        </p:cxnSp>
      </p:grpSp>
      <p:pic>
        <p:nvPicPr>
          <p:cNvPr id="39" name="Picture 38">
            <a:extLst>
              <a:ext uri="{FF2B5EF4-FFF2-40B4-BE49-F238E27FC236}">
                <a16:creationId xmlns:a16="http://schemas.microsoft.com/office/drawing/2014/main" id="{EDBE6A0E-50DE-4317-FE28-C7C445CD4B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71696" y="162819"/>
            <a:ext cx="6245878" cy="4139619"/>
          </a:xfrm>
          <a:prstGeom prst="rect">
            <a:avLst/>
          </a:prstGeom>
        </p:spPr>
      </p:pic>
      <p:sp>
        <p:nvSpPr>
          <p:cNvPr id="2" name="Rechteck: abgerundete Ecken 1">
            <a:extLst>
              <a:ext uri="{FF2B5EF4-FFF2-40B4-BE49-F238E27FC236}">
                <a16:creationId xmlns:a16="http://schemas.microsoft.com/office/drawing/2014/main" id="{E286CBB3-D973-4629-A283-0600D4D1A435}"/>
              </a:ext>
            </a:extLst>
          </p:cNvPr>
          <p:cNvSpPr/>
          <p:nvPr/>
        </p:nvSpPr>
        <p:spPr>
          <a:xfrm>
            <a:off x="2995580" y="2348838"/>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a:solidFill>
                  <a:sysClr val="windowText" lastClr="000000"/>
                </a:solidFill>
              </a:rPr>
              <a:t>Start</a:t>
            </a:r>
          </a:p>
        </p:txBody>
      </p:sp>
      <p:grpSp>
        <p:nvGrpSpPr>
          <p:cNvPr id="12" name="Gruppieren 11">
            <a:extLst>
              <a:ext uri="{FF2B5EF4-FFF2-40B4-BE49-F238E27FC236}">
                <a16:creationId xmlns:a16="http://schemas.microsoft.com/office/drawing/2014/main" id="{1341D951-73E8-B1E8-7152-45B72836BAAD}"/>
              </a:ext>
            </a:extLst>
          </p:cNvPr>
          <p:cNvGrpSpPr/>
          <p:nvPr/>
        </p:nvGrpSpPr>
        <p:grpSpPr>
          <a:xfrm>
            <a:off x="18587757" y="3807065"/>
            <a:ext cx="236501" cy="236501"/>
            <a:chOff x="11170481" y="6039785"/>
            <a:chExt cx="517013" cy="517013"/>
          </a:xfrm>
        </p:grpSpPr>
        <p:sp>
          <p:nvSpPr>
            <p:cNvPr id="13" name="Ellipse 12">
              <a:extLst>
                <a:ext uri="{FF2B5EF4-FFF2-40B4-BE49-F238E27FC236}">
                  <a16:creationId xmlns:a16="http://schemas.microsoft.com/office/drawing/2014/main" id="{687E3EDC-9EFF-6715-B5BC-CA21B1CAFA90}"/>
                </a:ext>
              </a:extLst>
            </p:cNvPr>
            <p:cNvSpPr/>
            <p:nvPr/>
          </p:nvSpPr>
          <p:spPr>
            <a:xfrm>
              <a:off x="11170481" y="6039785"/>
              <a:ext cx="517013" cy="517013"/>
            </a:xfrm>
            <a:prstGeom prst="ellipse">
              <a:avLst/>
            </a:prstGeom>
            <a:solidFill>
              <a:srgbClr val="C7DDB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14" name="Picture 6">
              <a:extLst>
                <a:ext uri="{FF2B5EF4-FFF2-40B4-BE49-F238E27FC236}">
                  <a16:creationId xmlns:a16="http://schemas.microsoft.com/office/drawing/2014/main" id="{56C105B6-727D-261C-2CB3-AD097D71F3FC}"/>
                </a:ext>
              </a:extLst>
            </p:cNvPr>
            <p:cNvPicPr>
              <a:picLocks noChangeAspect="1"/>
            </p:cNvPicPr>
            <p:nvPr/>
          </p:nvPicPr>
          <p:blipFill>
            <a:blip r:embed="rId7">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214184" y="6072370"/>
              <a:ext cx="391551" cy="391551"/>
            </a:xfrm>
            <a:prstGeom prst="rect">
              <a:avLst/>
            </a:prstGeom>
          </p:spPr>
        </p:pic>
      </p:grpSp>
      <p:grpSp>
        <p:nvGrpSpPr>
          <p:cNvPr id="17" name="Gruppieren 16">
            <a:extLst>
              <a:ext uri="{FF2B5EF4-FFF2-40B4-BE49-F238E27FC236}">
                <a16:creationId xmlns:a16="http://schemas.microsoft.com/office/drawing/2014/main" id="{380B4C3D-E86F-84DE-B0DB-6FEDA0A37BBD}"/>
              </a:ext>
            </a:extLst>
          </p:cNvPr>
          <p:cNvGrpSpPr/>
          <p:nvPr/>
        </p:nvGrpSpPr>
        <p:grpSpPr>
          <a:xfrm>
            <a:off x="18587757" y="3567311"/>
            <a:ext cx="236501" cy="236501"/>
            <a:chOff x="1887245" y="8278695"/>
            <a:chExt cx="256192" cy="256192"/>
          </a:xfrm>
        </p:grpSpPr>
        <p:sp>
          <p:nvSpPr>
            <p:cNvPr id="15" name="Ellipse 14">
              <a:extLst>
                <a:ext uri="{FF2B5EF4-FFF2-40B4-BE49-F238E27FC236}">
                  <a16:creationId xmlns:a16="http://schemas.microsoft.com/office/drawing/2014/main" id="{437722AD-CEAD-E833-9AE0-2A8E3CCA57E8}"/>
                </a:ext>
              </a:extLst>
            </p:cNvPr>
            <p:cNvSpPr/>
            <p:nvPr/>
          </p:nvSpPr>
          <p:spPr>
            <a:xfrm>
              <a:off x="1887245" y="8278695"/>
              <a:ext cx="256192" cy="256192"/>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16" name="Grafik 121" descr="Strommast mit einfarbiger Füllung">
              <a:extLst>
                <a:ext uri="{FF2B5EF4-FFF2-40B4-BE49-F238E27FC236}">
                  <a16:creationId xmlns:a16="http://schemas.microsoft.com/office/drawing/2014/main" id="{D3EB890B-C57C-B33E-C5B2-DCE8F5F54815}"/>
                </a:ext>
              </a:extLst>
            </p:cNvPr>
            <p:cNvSpPr/>
            <p:nvPr/>
          </p:nvSpPr>
          <p:spPr>
            <a:xfrm>
              <a:off x="1936904" y="8298736"/>
              <a:ext cx="155179" cy="216111"/>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a:p>
          </p:txBody>
        </p:sp>
      </p:grpSp>
      <p:grpSp>
        <p:nvGrpSpPr>
          <p:cNvPr id="30" name="Gruppieren 29">
            <a:extLst>
              <a:ext uri="{FF2B5EF4-FFF2-40B4-BE49-F238E27FC236}">
                <a16:creationId xmlns:a16="http://schemas.microsoft.com/office/drawing/2014/main" id="{C3784122-0756-F5DF-CB02-E49FC89E43D4}"/>
              </a:ext>
            </a:extLst>
          </p:cNvPr>
          <p:cNvGrpSpPr/>
          <p:nvPr/>
        </p:nvGrpSpPr>
        <p:grpSpPr>
          <a:xfrm>
            <a:off x="19376391" y="5193586"/>
            <a:ext cx="2159736" cy="350560"/>
            <a:chOff x="14959221" y="1424921"/>
            <a:chExt cx="4020881" cy="652654"/>
          </a:xfrm>
        </p:grpSpPr>
        <p:sp>
          <p:nvSpPr>
            <p:cNvPr id="23" name="Pfeil: nach links und rechts 22">
              <a:extLst>
                <a:ext uri="{FF2B5EF4-FFF2-40B4-BE49-F238E27FC236}">
                  <a16:creationId xmlns:a16="http://schemas.microsoft.com/office/drawing/2014/main" id="{A4958E7D-1F1F-D847-3518-8F6ADD9CEF97}"/>
                </a:ext>
              </a:extLst>
            </p:cNvPr>
            <p:cNvSpPr/>
            <p:nvPr/>
          </p:nvSpPr>
          <p:spPr>
            <a:xfrm>
              <a:off x="14959221" y="1561874"/>
              <a:ext cx="3907513" cy="369332"/>
            </a:xfrm>
            <a:prstGeom prst="leftRightArrow">
              <a:avLst>
                <a:gd name="adj1" fmla="val 100000"/>
                <a:gd name="adj2" fmla="val 50000"/>
              </a:avLst>
            </a:prstGeom>
            <a:gradFill flip="none" rotWithShape="1">
              <a:gsLst>
                <a:gs pos="48905">
                  <a:srgbClr val="FFC000"/>
                </a:gs>
                <a:gs pos="28000">
                  <a:srgbClr val="C7DDBA"/>
                </a:gs>
                <a:gs pos="74000">
                  <a:srgbClr val="D6896A"/>
                </a:gs>
              </a:gsLst>
              <a:lin ang="108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p>
          </p:txBody>
        </p:sp>
        <p:pic>
          <p:nvPicPr>
            <p:cNvPr id="26" name="Picture 37">
              <a:extLst>
                <a:ext uri="{FF2B5EF4-FFF2-40B4-BE49-F238E27FC236}">
                  <a16:creationId xmlns:a16="http://schemas.microsoft.com/office/drawing/2014/main" id="{4B36211B-2F55-BFE3-7546-12541ACEB339}"/>
                </a:ext>
              </a:extLst>
            </p:cNvPr>
            <p:cNvPicPr>
              <a:picLocks noChangeAspect="1"/>
            </p:cNvPicPr>
            <p:nvPr/>
          </p:nvPicPr>
          <p:blipFill>
            <a:blip r:embed="rId8">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118723" y="1424921"/>
              <a:ext cx="617012" cy="641594"/>
            </a:xfrm>
            <a:prstGeom prst="rect">
              <a:avLst/>
            </a:prstGeom>
          </p:spPr>
        </p:pic>
        <p:pic>
          <p:nvPicPr>
            <p:cNvPr id="27" name="Picture 37">
              <a:extLst>
                <a:ext uri="{FF2B5EF4-FFF2-40B4-BE49-F238E27FC236}">
                  <a16:creationId xmlns:a16="http://schemas.microsoft.com/office/drawing/2014/main" id="{D63A0119-409E-D5AD-415C-885CDF4E2532}"/>
                </a:ext>
              </a:extLst>
            </p:cNvPr>
            <p:cNvPicPr>
              <a:picLocks noChangeAspect="1"/>
            </p:cNvPicPr>
            <p:nvPr/>
          </p:nvPicPr>
          <p:blipFill>
            <a:blip r:embed="rId8">
              <a:clrChange>
                <a:clrFrom>
                  <a:srgbClr val="FF66FF"/>
                </a:clrFrom>
                <a:clrTo>
                  <a:srgbClr val="FF66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15148675" y="1424921"/>
              <a:ext cx="617012" cy="641594"/>
            </a:xfrm>
            <a:prstGeom prst="rect">
              <a:avLst/>
            </a:prstGeom>
          </p:spPr>
        </p:pic>
        <p:sp>
          <p:nvSpPr>
            <p:cNvPr id="28" name="Textfeld 27">
              <a:extLst>
                <a:ext uri="{FF2B5EF4-FFF2-40B4-BE49-F238E27FC236}">
                  <a16:creationId xmlns:a16="http://schemas.microsoft.com/office/drawing/2014/main" id="{39E59267-000E-A633-AC7C-E36D2BE98B4F}"/>
                </a:ext>
              </a:extLst>
            </p:cNvPr>
            <p:cNvSpPr txBox="1"/>
            <p:nvPr/>
          </p:nvSpPr>
          <p:spPr>
            <a:xfrm>
              <a:off x="15790215" y="1561873"/>
              <a:ext cx="3189887" cy="515702"/>
            </a:xfrm>
            <a:prstGeom prst="rect">
              <a:avLst/>
            </a:prstGeom>
            <a:noFill/>
          </p:spPr>
          <p:txBody>
            <a:bodyPr wrap="square">
              <a:spAutoFit/>
            </a:bodyPr>
            <a:lstStyle/>
            <a:p>
              <a:r>
                <a:rPr lang="de-DE" sz="1200"/>
                <a:t>Bauliche Emissionen</a:t>
              </a:r>
            </a:p>
          </p:txBody>
        </p:sp>
      </p:grpSp>
      <p:grpSp>
        <p:nvGrpSpPr>
          <p:cNvPr id="31" name="Gruppieren 30">
            <a:extLst>
              <a:ext uri="{FF2B5EF4-FFF2-40B4-BE49-F238E27FC236}">
                <a16:creationId xmlns:a16="http://schemas.microsoft.com/office/drawing/2014/main" id="{62C7E5D8-E4AE-E77C-B3C5-F234E07C0022}"/>
              </a:ext>
            </a:extLst>
          </p:cNvPr>
          <p:cNvGrpSpPr/>
          <p:nvPr/>
        </p:nvGrpSpPr>
        <p:grpSpPr>
          <a:xfrm>
            <a:off x="18567894" y="4183120"/>
            <a:ext cx="231212" cy="231212"/>
            <a:chOff x="8706145" y="4930225"/>
            <a:chExt cx="517013" cy="517013"/>
          </a:xfrm>
        </p:grpSpPr>
        <p:sp>
          <p:nvSpPr>
            <p:cNvPr id="32" name="Ellipse 31">
              <a:extLst>
                <a:ext uri="{FF2B5EF4-FFF2-40B4-BE49-F238E27FC236}">
                  <a16:creationId xmlns:a16="http://schemas.microsoft.com/office/drawing/2014/main" id="{77C69362-99C7-D435-87DC-152F3A4AB5B3}"/>
                </a:ext>
              </a:extLst>
            </p:cNvPr>
            <p:cNvSpPr/>
            <p:nvPr/>
          </p:nvSpPr>
          <p:spPr>
            <a:xfrm>
              <a:off x="8706145" y="4930225"/>
              <a:ext cx="517013" cy="517013"/>
            </a:xfrm>
            <a:prstGeom prst="ellipse">
              <a:avLst/>
            </a:prstGeom>
            <a:solidFill>
              <a:srgbClr val="C1C3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33" name="Picture 56">
              <a:extLst>
                <a:ext uri="{FF2B5EF4-FFF2-40B4-BE49-F238E27FC236}">
                  <a16:creationId xmlns:a16="http://schemas.microsoft.com/office/drawing/2014/main" id="{4744EEA0-5ED6-9863-BB30-D1D59B194A64}"/>
                </a:ext>
              </a:extLst>
            </p:cNvPr>
            <p:cNvPicPr>
              <a:picLocks noChangeAspect="1"/>
            </p:cNvPicPr>
            <p:nvPr/>
          </p:nvPicPr>
          <p:blipFill>
            <a:blip r:embed="rId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763788" y="4987768"/>
              <a:ext cx="385470" cy="385470"/>
            </a:xfrm>
            <a:prstGeom prst="rect">
              <a:avLst/>
            </a:prstGeom>
          </p:spPr>
        </p:pic>
      </p:grpSp>
      <p:grpSp>
        <p:nvGrpSpPr>
          <p:cNvPr id="34" name="Gruppieren 33">
            <a:extLst>
              <a:ext uri="{FF2B5EF4-FFF2-40B4-BE49-F238E27FC236}">
                <a16:creationId xmlns:a16="http://schemas.microsoft.com/office/drawing/2014/main" id="{BA85F706-AD85-305B-3426-929CC3E99DAC}"/>
              </a:ext>
            </a:extLst>
          </p:cNvPr>
          <p:cNvGrpSpPr/>
          <p:nvPr/>
        </p:nvGrpSpPr>
        <p:grpSpPr>
          <a:xfrm>
            <a:off x="20798245" y="5725657"/>
            <a:ext cx="231212" cy="231212"/>
            <a:chOff x="8706145" y="4930225"/>
            <a:chExt cx="517013" cy="517013"/>
          </a:xfrm>
        </p:grpSpPr>
        <p:sp>
          <p:nvSpPr>
            <p:cNvPr id="35" name="Ellipse 34">
              <a:extLst>
                <a:ext uri="{FF2B5EF4-FFF2-40B4-BE49-F238E27FC236}">
                  <a16:creationId xmlns:a16="http://schemas.microsoft.com/office/drawing/2014/main" id="{A2110AB3-F4BB-2973-1EE3-07B39D8F8C17}"/>
                </a:ext>
              </a:extLst>
            </p:cNvPr>
            <p:cNvSpPr/>
            <p:nvPr/>
          </p:nvSpPr>
          <p:spPr>
            <a:xfrm>
              <a:off x="8706145" y="4930225"/>
              <a:ext cx="517013" cy="517013"/>
            </a:xfrm>
            <a:prstGeom prst="ellipse">
              <a:avLst/>
            </a:prstGeom>
            <a:solidFill>
              <a:srgbClr val="C1C3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38" name="Picture 56">
              <a:extLst>
                <a:ext uri="{FF2B5EF4-FFF2-40B4-BE49-F238E27FC236}">
                  <a16:creationId xmlns:a16="http://schemas.microsoft.com/office/drawing/2014/main" id="{3D5BABE5-5C06-46F3-5DFD-5AC646AB153E}"/>
                </a:ext>
              </a:extLst>
            </p:cNvPr>
            <p:cNvPicPr>
              <a:picLocks noChangeAspect="1"/>
            </p:cNvPicPr>
            <p:nvPr/>
          </p:nvPicPr>
          <p:blipFill>
            <a:blip r:embed="rId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763788" y="4987768"/>
              <a:ext cx="385470" cy="385470"/>
            </a:xfrm>
            <a:prstGeom prst="rect">
              <a:avLst/>
            </a:prstGeom>
          </p:spPr>
        </p:pic>
      </p:grpSp>
      <p:pic>
        <p:nvPicPr>
          <p:cNvPr id="41" name="Grafik 40">
            <a:extLst>
              <a:ext uri="{FF2B5EF4-FFF2-40B4-BE49-F238E27FC236}">
                <a16:creationId xmlns:a16="http://schemas.microsoft.com/office/drawing/2014/main" id="{CA3A5F3E-0D6F-120F-2AF9-621573F34206}"/>
              </a:ext>
            </a:extLst>
          </p:cNvPr>
          <p:cNvPicPr>
            <a:picLocks noChangeAspect="1"/>
          </p:cNvPicPr>
          <p:nvPr/>
        </p:nvPicPr>
        <p:blipFill>
          <a:blip r:embed="rId10"/>
          <a:stretch>
            <a:fillRect/>
          </a:stretch>
        </p:blipFill>
        <p:spPr>
          <a:xfrm>
            <a:off x="16148283" y="3643140"/>
            <a:ext cx="2320546" cy="277926"/>
          </a:xfrm>
          <a:prstGeom prst="rect">
            <a:avLst/>
          </a:prstGeom>
        </p:spPr>
      </p:pic>
      <p:grpSp>
        <p:nvGrpSpPr>
          <p:cNvPr id="43" name="Gruppieren 42">
            <a:extLst>
              <a:ext uri="{FF2B5EF4-FFF2-40B4-BE49-F238E27FC236}">
                <a16:creationId xmlns:a16="http://schemas.microsoft.com/office/drawing/2014/main" id="{F40F6DFF-1C90-1809-676E-B641D4770B57}"/>
              </a:ext>
            </a:extLst>
          </p:cNvPr>
          <p:cNvGrpSpPr/>
          <p:nvPr/>
        </p:nvGrpSpPr>
        <p:grpSpPr>
          <a:xfrm>
            <a:off x="1909023" y="8309255"/>
            <a:ext cx="288000" cy="288000"/>
            <a:chOff x="1887245" y="8278695"/>
            <a:chExt cx="256192" cy="256192"/>
          </a:xfrm>
        </p:grpSpPr>
        <p:sp>
          <p:nvSpPr>
            <p:cNvPr id="44" name="Ellipse 43">
              <a:extLst>
                <a:ext uri="{FF2B5EF4-FFF2-40B4-BE49-F238E27FC236}">
                  <a16:creationId xmlns:a16="http://schemas.microsoft.com/office/drawing/2014/main" id="{6E657862-0A0B-D6CA-C3FD-F95D3E289BC5}"/>
                </a:ext>
              </a:extLst>
            </p:cNvPr>
            <p:cNvSpPr/>
            <p:nvPr/>
          </p:nvSpPr>
          <p:spPr>
            <a:xfrm>
              <a:off x="1887245" y="8278695"/>
              <a:ext cx="256192" cy="256192"/>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45" name="Grafik 121" descr="Strommast mit einfarbiger Füllung">
              <a:extLst>
                <a:ext uri="{FF2B5EF4-FFF2-40B4-BE49-F238E27FC236}">
                  <a16:creationId xmlns:a16="http://schemas.microsoft.com/office/drawing/2014/main" id="{B07F5123-4BE1-9EEF-8BFD-39F37B33A387}"/>
                </a:ext>
              </a:extLst>
            </p:cNvPr>
            <p:cNvSpPr/>
            <p:nvPr/>
          </p:nvSpPr>
          <p:spPr>
            <a:xfrm>
              <a:off x="1936904" y="8298736"/>
              <a:ext cx="155179" cy="216111"/>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a:p>
          </p:txBody>
        </p:sp>
      </p:grpSp>
      <p:pic>
        <p:nvPicPr>
          <p:cNvPr id="77" name="Grafik 76">
            <a:extLst>
              <a:ext uri="{FF2B5EF4-FFF2-40B4-BE49-F238E27FC236}">
                <a16:creationId xmlns:a16="http://schemas.microsoft.com/office/drawing/2014/main" id="{778ED535-8F5D-BE3C-077F-6D41BF31BE33}"/>
              </a:ext>
            </a:extLst>
          </p:cNvPr>
          <p:cNvPicPr>
            <a:picLocks noChangeAspect="1"/>
          </p:cNvPicPr>
          <p:nvPr/>
        </p:nvPicPr>
        <p:blipFill>
          <a:blip r:embed="rId11"/>
          <a:stretch>
            <a:fillRect/>
          </a:stretch>
        </p:blipFill>
        <p:spPr>
          <a:xfrm>
            <a:off x="15462728" y="4740123"/>
            <a:ext cx="2563775" cy="796346"/>
          </a:xfrm>
          <a:prstGeom prst="rect">
            <a:avLst/>
          </a:prstGeom>
        </p:spPr>
      </p:pic>
      <p:pic>
        <p:nvPicPr>
          <p:cNvPr id="111" name="Grafik 110">
            <a:extLst>
              <a:ext uri="{FF2B5EF4-FFF2-40B4-BE49-F238E27FC236}">
                <a16:creationId xmlns:a16="http://schemas.microsoft.com/office/drawing/2014/main" id="{3EABAF4A-3C99-D4C6-2EB3-FBC2AD2DEBFB}"/>
              </a:ext>
            </a:extLst>
          </p:cNvPr>
          <p:cNvPicPr>
            <a:picLocks noChangeAspect="1"/>
          </p:cNvPicPr>
          <p:nvPr/>
        </p:nvPicPr>
        <p:blipFill>
          <a:blip r:embed="rId12"/>
          <a:stretch>
            <a:fillRect/>
          </a:stretch>
        </p:blipFill>
        <p:spPr>
          <a:xfrm>
            <a:off x="15521333" y="6099370"/>
            <a:ext cx="2409797" cy="243906"/>
          </a:xfrm>
          <a:prstGeom prst="rect">
            <a:avLst/>
          </a:prstGeom>
        </p:spPr>
      </p:pic>
      <p:pic>
        <p:nvPicPr>
          <p:cNvPr id="20" name="Picture 19">
            <a:extLst>
              <a:ext uri="{FF2B5EF4-FFF2-40B4-BE49-F238E27FC236}">
                <a16:creationId xmlns:a16="http://schemas.microsoft.com/office/drawing/2014/main" id="{1272CC6C-ADBC-BAF2-5CF0-4F2FA9DF7FCB}"/>
              </a:ext>
            </a:extLst>
          </p:cNvPr>
          <p:cNvPicPr>
            <a:picLocks noChangeAspect="1"/>
          </p:cNvPicPr>
          <p:nvPr/>
        </p:nvPicPr>
        <p:blipFill>
          <a:blip r:embed="rId1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646733" y="4623738"/>
            <a:ext cx="288000" cy="288000"/>
          </a:xfrm>
          <a:prstGeom prst="rect">
            <a:avLst/>
          </a:prstGeom>
        </p:spPr>
      </p:pic>
      <p:pic>
        <p:nvPicPr>
          <p:cNvPr id="21" name="Grafik 47">
            <a:extLst>
              <a:ext uri="{FF2B5EF4-FFF2-40B4-BE49-F238E27FC236}">
                <a16:creationId xmlns:a16="http://schemas.microsoft.com/office/drawing/2014/main" id="{10F7580D-D4B9-02F3-2D1C-6D327BEFB3BC}"/>
              </a:ext>
            </a:extLst>
          </p:cNvPr>
          <p:cNvPicPr>
            <a:picLocks noChangeAspect="1"/>
          </p:cNvPicPr>
          <p:nvPr/>
        </p:nvPicPr>
        <p:blipFill>
          <a:blip r:embed="rId14">
            <a:clrChange>
              <a:clrFrom>
                <a:srgbClr val="FF66FF"/>
              </a:clrFrom>
              <a:clrTo>
                <a:srgbClr val="FF66FF">
                  <a:alpha val="0"/>
                </a:srgbClr>
              </a:clrTo>
            </a:clrChange>
          </a:blip>
          <a:stretch>
            <a:fillRect/>
          </a:stretch>
        </p:blipFill>
        <p:spPr>
          <a:xfrm>
            <a:off x="1377794" y="5207965"/>
            <a:ext cx="288000" cy="288000"/>
          </a:xfrm>
          <a:prstGeom prst="rect">
            <a:avLst/>
          </a:prstGeom>
        </p:spPr>
      </p:pic>
      <p:pic>
        <p:nvPicPr>
          <p:cNvPr id="36" name="Picture 35">
            <a:extLst>
              <a:ext uri="{FF2B5EF4-FFF2-40B4-BE49-F238E27FC236}">
                <a16:creationId xmlns:a16="http://schemas.microsoft.com/office/drawing/2014/main" id="{A5FB632E-CC6A-22CE-2E17-452B15644920}"/>
              </a:ext>
            </a:extLst>
          </p:cNvPr>
          <p:cNvPicPr>
            <a:picLocks noChangeAspect="1"/>
          </p:cNvPicPr>
          <p:nvPr/>
        </p:nvPicPr>
        <p:blipFill>
          <a:blip r:embed="rId1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44729" y="5521714"/>
            <a:ext cx="288000" cy="288000"/>
          </a:xfrm>
          <a:prstGeom prst="rect">
            <a:avLst/>
          </a:prstGeom>
        </p:spPr>
      </p:pic>
      <p:pic>
        <p:nvPicPr>
          <p:cNvPr id="42" name="Picture 41">
            <a:extLst>
              <a:ext uri="{FF2B5EF4-FFF2-40B4-BE49-F238E27FC236}">
                <a16:creationId xmlns:a16="http://schemas.microsoft.com/office/drawing/2014/main" id="{7FA98D08-EF11-6B15-14CF-9FB2C8C432D3}"/>
              </a:ext>
            </a:extLst>
          </p:cNvPr>
          <p:cNvPicPr>
            <a:picLocks noChangeAspect="1"/>
          </p:cNvPicPr>
          <p:nvPr/>
        </p:nvPicPr>
        <p:blipFill>
          <a:blip r:embed="rId1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423513" y="6387656"/>
            <a:ext cx="288000" cy="288000"/>
          </a:xfrm>
          <a:prstGeom prst="rect">
            <a:avLst/>
          </a:prstGeom>
        </p:spPr>
      </p:pic>
      <p:pic>
        <p:nvPicPr>
          <p:cNvPr id="47" name="Picture 46">
            <a:extLst>
              <a:ext uri="{FF2B5EF4-FFF2-40B4-BE49-F238E27FC236}">
                <a16:creationId xmlns:a16="http://schemas.microsoft.com/office/drawing/2014/main" id="{DEAD69E6-9ECB-6EC9-0DC9-33257C84BAD6}"/>
              </a:ext>
            </a:extLst>
          </p:cNvPr>
          <p:cNvPicPr>
            <a:picLocks noChangeAspect="1"/>
          </p:cNvPicPr>
          <p:nvPr/>
        </p:nvPicPr>
        <p:blipFill>
          <a:blip r:embed="rId17">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98112" y="6042728"/>
            <a:ext cx="288000" cy="288000"/>
          </a:xfrm>
          <a:prstGeom prst="rect">
            <a:avLst/>
          </a:prstGeom>
        </p:spPr>
      </p:pic>
      <p:pic>
        <p:nvPicPr>
          <p:cNvPr id="49" name="Picture 48">
            <a:extLst>
              <a:ext uri="{FF2B5EF4-FFF2-40B4-BE49-F238E27FC236}">
                <a16:creationId xmlns:a16="http://schemas.microsoft.com/office/drawing/2014/main" id="{9A583F08-227A-C898-45D7-6F0BD34F0B9F}"/>
              </a:ext>
            </a:extLst>
          </p:cNvPr>
          <p:cNvPicPr>
            <a:picLocks noChangeAspect="1"/>
          </p:cNvPicPr>
          <p:nvPr/>
        </p:nvPicPr>
        <p:blipFill>
          <a:blip r:embed="rId18">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142112" y="7630397"/>
            <a:ext cx="288000" cy="288000"/>
          </a:xfrm>
          <a:prstGeom prst="rect">
            <a:avLst/>
          </a:prstGeom>
        </p:spPr>
      </p:pic>
      <p:pic>
        <p:nvPicPr>
          <p:cNvPr id="51" name="Picture 50">
            <a:extLst>
              <a:ext uri="{FF2B5EF4-FFF2-40B4-BE49-F238E27FC236}">
                <a16:creationId xmlns:a16="http://schemas.microsoft.com/office/drawing/2014/main" id="{DA287164-DEDB-D8C3-5247-45BD1B339566}"/>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46068" y="3084805"/>
            <a:ext cx="286369" cy="286369"/>
          </a:xfrm>
          <a:prstGeom prst="rect">
            <a:avLst/>
          </a:prstGeom>
        </p:spPr>
      </p:pic>
      <p:pic>
        <p:nvPicPr>
          <p:cNvPr id="53" name="Picture 52">
            <a:extLst>
              <a:ext uri="{FF2B5EF4-FFF2-40B4-BE49-F238E27FC236}">
                <a16:creationId xmlns:a16="http://schemas.microsoft.com/office/drawing/2014/main" id="{4F333682-4E77-57F9-94DB-F23F52DB79DA}"/>
              </a:ext>
            </a:extLst>
          </p:cNvPr>
          <p:cNvPicPr>
            <a:picLocks noChangeAspect="1"/>
          </p:cNvPicPr>
          <p:nvPr/>
        </p:nvPicPr>
        <p:blipFill>
          <a:blip r:embed="rId20">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679753" y="3410734"/>
            <a:ext cx="288000" cy="288000"/>
          </a:xfrm>
          <a:prstGeom prst="rect">
            <a:avLst/>
          </a:prstGeom>
        </p:spPr>
      </p:pic>
      <p:pic>
        <p:nvPicPr>
          <p:cNvPr id="55" name="Picture 54">
            <a:extLst>
              <a:ext uri="{FF2B5EF4-FFF2-40B4-BE49-F238E27FC236}">
                <a16:creationId xmlns:a16="http://schemas.microsoft.com/office/drawing/2014/main" id="{8FF830B1-CE0D-9ACF-FBF2-63DD23042751}"/>
              </a:ext>
            </a:extLst>
          </p:cNvPr>
          <p:cNvPicPr>
            <a:picLocks noChangeAspect="1"/>
          </p:cNvPicPr>
          <p:nvPr/>
        </p:nvPicPr>
        <p:blipFill>
          <a:blip r:embed="rId2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134334" y="1423408"/>
            <a:ext cx="288000" cy="288000"/>
          </a:xfrm>
          <a:prstGeom prst="rect">
            <a:avLst/>
          </a:prstGeom>
        </p:spPr>
      </p:pic>
      <p:grpSp>
        <p:nvGrpSpPr>
          <p:cNvPr id="56" name="Gruppieren 1765">
            <a:extLst>
              <a:ext uri="{FF2B5EF4-FFF2-40B4-BE49-F238E27FC236}">
                <a16:creationId xmlns:a16="http://schemas.microsoft.com/office/drawing/2014/main" id="{8805766E-D8CD-50B9-E60B-529354A98384}"/>
              </a:ext>
            </a:extLst>
          </p:cNvPr>
          <p:cNvGrpSpPr/>
          <p:nvPr/>
        </p:nvGrpSpPr>
        <p:grpSpPr>
          <a:xfrm>
            <a:off x="21252292" y="3204971"/>
            <a:ext cx="288000" cy="288000"/>
            <a:chOff x="8692303" y="3035541"/>
            <a:chExt cx="1037868" cy="1037868"/>
          </a:xfrm>
        </p:grpSpPr>
        <p:sp>
          <p:nvSpPr>
            <p:cNvPr id="57" name="Ellipse 1766">
              <a:extLst>
                <a:ext uri="{FF2B5EF4-FFF2-40B4-BE49-F238E27FC236}">
                  <a16:creationId xmlns:a16="http://schemas.microsoft.com/office/drawing/2014/main" id="{F7AB5F6C-4D01-3793-E56B-145C96BC0D64}"/>
                </a:ext>
              </a:extLst>
            </p:cNvPr>
            <p:cNvSpPr/>
            <p:nvPr/>
          </p:nvSpPr>
          <p:spPr>
            <a:xfrm>
              <a:off x="8692303" y="3035541"/>
              <a:ext cx="1037868" cy="1037868"/>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58" name="Grafik 121" descr="Strommast mit einfarbiger Füllung">
              <a:extLst>
                <a:ext uri="{FF2B5EF4-FFF2-40B4-BE49-F238E27FC236}">
                  <a16:creationId xmlns:a16="http://schemas.microsoft.com/office/drawing/2014/main" id="{3559B6E6-F83F-5584-3321-169BF7EDF9C0}"/>
                </a:ext>
              </a:extLst>
            </p:cNvPr>
            <p:cNvSpPr/>
            <p:nvPr/>
          </p:nvSpPr>
          <p:spPr>
            <a:xfrm>
              <a:off x="8893478" y="3116728"/>
              <a:ext cx="628650" cy="87549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solidFill>
                <a:schemeClr val="tx1"/>
              </a:solidFill>
              <a:prstDash val="solid"/>
              <a:miter/>
            </a:ln>
          </p:spPr>
          <p:txBody>
            <a:bodyPr/>
            <a:lstStyle/>
            <a:p>
              <a:endParaRPr lang="de-DE" sz="1600"/>
            </a:p>
          </p:txBody>
        </p:sp>
      </p:grpSp>
      <p:grpSp>
        <p:nvGrpSpPr>
          <p:cNvPr id="61" name="Group 60">
            <a:extLst>
              <a:ext uri="{FF2B5EF4-FFF2-40B4-BE49-F238E27FC236}">
                <a16:creationId xmlns:a16="http://schemas.microsoft.com/office/drawing/2014/main" id="{FD45D254-7378-8021-BD3B-578EDC71E1BF}"/>
              </a:ext>
            </a:extLst>
          </p:cNvPr>
          <p:cNvGrpSpPr/>
          <p:nvPr/>
        </p:nvGrpSpPr>
        <p:grpSpPr>
          <a:xfrm>
            <a:off x="2222513" y="9759270"/>
            <a:ext cx="288000" cy="288000"/>
            <a:chOff x="2624367" y="9057260"/>
            <a:chExt cx="517013" cy="517013"/>
          </a:xfrm>
        </p:grpSpPr>
        <p:sp>
          <p:nvSpPr>
            <p:cNvPr id="59" name="Ellipse 1245">
              <a:extLst>
                <a:ext uri="{FF2B5EF4-FFF2-40B4-BE49-F238E27FC236}">
                  <a16:creationId xmlns:a16="http://schemas.microsoft.com/office/drawing/2014/main" id="{64C7009E-5AB8-762D-7BF9-66BCC22170A0}"/>
                </a:ext>
              </a:extLst>
            </p:cNvPr>
            <p:cNvSpPr/>
            <p:nvPr/>
          </p:nvSpPr>
          <p:spPr>
            <a:xfrm>
              <a:off x="2624367" y="9057260"/>
              <a:ext cx="517013" cy="517013"/>
            </a:xfrm>
            <a:prstGeom prst="ellipse">
              <a:avLst/>
            </a:prstGeom>
            <a:solidFill>
              <a:srgbClr val="C1C3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pic>
          <p:nvPicPr>
            <p:cNvPr id="60" name="Picture 56">
              <a:extLst>
                <a:ext uri="{FF2B5EF4-FFF2-40B4-BE49-F238E27FC236}">
                  <a16:creationId xmlns:a16="http://schemas.microsoft.com/office/drawing/2014/main" id="{ACBF3A77-DC53-404F-470A-48770C0D326F}"/>
                </a:ext>
              </a:extLst>
            </p:cNvPr>
            <p:cNvPicPr>
              <a:picLocks noChangeAspect="1"/>
            </p:cNvPicPr>
            <p:nvPr/>
          </p:nvPicPr>
          <p:blipFill>
            <a:blip r:embed="rId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682010" y="9114803"/>
              <a:ext cx="385470" cy="385470"/>
            </a:xfrm>
            <a:prstGeom prst="rect">
              <a:avLst/>
            </a:prstGeom>
          </p:spPr>
        </p:pic>
      </p:grpSp>
      <p:pic>
        <p:nvPicPr>
          <p:cNvPr id="62" name="Picture 61">
            <a:extLst>
              <a:ext uri="{FF2B5EF4-FFF2-40B4-BE49-F238E27FC236}">
                <a16:creationId xmlns:a16="http://schemas.microsoft.com/office/drawing/2014/main" id="{9A6F34CD-F9B1-036A-3723-A8BFA07D7C29}"/>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981350" y="2228413"/>
            <a:ext cx="286369" cy="286369"/>
          </a:xfrm>
          <a:prstGeom prst="rect">
            <a:avLst/>
          </a:prstGeom>
        </p:spPr>
      </p:pic>
      <p:grpSp>
        <p:nvGrpSpPr>
          <p:cNvPr id="63" name="Gruppieren 42">
            <a:extLst>
              <a:ext uri="{FF2B5EF4-FFF2-40B4-BE49-F238E27FC236}">
                <a16:creationId xmlns:a16="http://schemas.microsoft.com/office/drawing/2014/main" id="{AA74F2FE-80AF-73F3-5414-54A040A5C9B1}"/>
              </a:ext>
            </a:extLst>
          </p:cNvPr>
          <p:cNvGrpSpPr/>
          <p:nvPr/>
        </p:nvGrpSpPr>
        <p:grpSpPr>
          <a:xfrm>
            <a:off x="7980534" y="1906901"/>
            <a:ext cx="288000" cy="288000"/>
            <a:chOff x="1887245" y="8278695"/>
            <a:chExt cx="256192" cy="256192"/>
          </a:xfrm>
        </p:grpSpPr>
        <p:sp>
          <p:nvSpPr>
            <p:cNvPr id="64" name="Ellipse 43">
              <a:extLst>
                <a:ext uri="{FF2B5EF4-FFF2-40B4-BE49-F238E27FC236}">
                  <a16:creationId xmlns:a16="http://schemas.microsoft.com/office/drawing/2014/main" id="{F4A7D3D3-B17C-C718-A263-107CD487C0F9}"/>
                </a:ext>
              </a:extLst>
            </p:cNvPr>
            <p:cNvSpPr/>
            <p:nvPr/>
          </p:nvSpPr>
          <p:spPr>
            <a:xfrm>
              <a:off x="1887245" y="8278695"/>
              <a:ext cx="256192" cy="256192"/>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65" name="Grafik 121" descr="Strommast mit einfarbiger Füllung">
              <a:extLst>
                <a:ext uri="{FF2B5EF4-FFF2-40B4-BE49-F238E27FC236}">
                  <a16:creationId xmlns:a16="http://schemas.microsoft.com/office/drawing/2014/main" id="{628B301A-C842-67EE-3AAD-51A90BF8202B}"/>
                </a:ext>
              </a:extLst>
            </p:cNvPr>
            <p:cNvSpPr/>
            <p:nvPr/>
          </p:nvSpPr>
          <p:spPr>
            <a:xfrm>
              <a:off x="1936904" y="8298736"/>
              <a:ext cx="155179" cy="216111"/>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a:p>
          </p:txBody>
        </p:sp>
      </p:grpSp>
      <p:grpSp>
        <p:nvGrpSpPr>
          <p:cNvPr id="66" name="Group 65">
            <a:extLst>
              <a:ext uri="{FF2B5EF4-FFF2-40B4-BE49-F238E27FC236}">
                <a16:creationId xmlns:a16="http://schemas.microsoft.com/office/drawing/2014/main" id="{03E95884-C75F-E36D-751A-FBCD16EC60E5}"/>
              </a:ext>
            </a:extLst>
          </p:cNvPr>
          <p:cNvGrpSpPr/>
          <p:nvPr/>
        </p:nvGrpSpPr>
        <p:grpSpPr>
          <a:xfrm>
            <a:off x="7979719" y="2614938"/>
            <a:ext cx="288000" cy="288000"/>
            <a:chOff x="2624367" y="9057260"/>
            <a:chExt cx="517013" cy="517013"/>
          </a:xfrm>
        </p:grpSpPr>
        <p:sp>
          <p:nvSpPr>
            <p:cNvPr id="67" name="Ellipse 1245">
              <a:extLst>
                <a:ext uri="{FF2B5EF4-FFF2-40B4-BE49-F238E27FC236}">
                  <a16:creationId xmlns:a16="http://schemas.microsoft.com/office/drawing/2014/main" id="{752DF834-2D78-0D99-9B37-C4FE3E2EED5A}"/>
                </a:ext>
              </a:extLst>
            </p:cNvPr>
            <p:cNvSpPr/>
            <p:nvPr/>
          </p:nvSpPr>
          <p:spPr>
            <a:xfrm>
              <a:off x="2624367" y="9057260"/>
              <a:ext cx="517013" cy="517013"/>
            </a:xfrm>
            <a:prstGeom prst="ellipse">
              <a:avLst/>
            </a:prstGeom>
            <a:solidFill>
              <a:srgbClr val="C1C3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pic>
          <p:nvPicPr>
            <p:cNvPr id="68" name="Picture 56">
              <a:extLst>
                <a:ext uri="{FF2B5EF4-FFF2-40B4-BE49-F238E27FC236}">
                  <a16:creationId xmlns:a16="http://schemas.microsoft.com/office/drawing/2014/main" id="{B10B7BBD-27BE-7C49-2478-6C5C8E54B517}"/>
                </a:ext>
              </a:extLst>
            </p:cNvPr>
            <p:cNvPicPr>
              <a:picLocks noChangeAspect="1"/>
            </p:cNvPicPr>
            <p:nvPr/>
          </p:nvPicPr>
          <p:blipFill>
            <a:blip r:embed="rId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682010" y="9114803"/>
              <a:ext cx="385470" cy="385470"/>
            </a:xfrm>
            <a:prstGeom prst="rect">
              <a:avLst/>
            </a:prstGeom>
          </p:spPr>
        </p:pic>
      </p:grpSp>
      <p:pic>
        <p:nvPicPr>
          <p:cNvPr id="69" name="Picture 68">
            <a:extLst>
              <a:ext uri="{FF2B5EF4-FFF2-40B4-BE49-F238E27FC236}">
                <a16:creationId xmlns:a16="http://schemas.microsoft.com/office/drawing/2014/main" id="{DC8C44D4-BD3B-AFA6-64C1-8050A31A2C0D}"/>
              </a:ext>
            </a:extLst>
          </p:cNvPr>
          <p:cNvPicPr>
            <a:picLocks noChangeAspect="1"/>
          </p:cNvPicPr>
          <p:nvPr/>
        </p:nvPicPr>
        <p:blipFill>
          <a:blip r:embed="rId20">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654361" y="4080957"/>
            <a:ext cx="288000" cy="288000"/>
          </a:xfrm>
          <a:prstGeom prst="rect">
            <a:avLst/>
          </a:prstGeom>
        </p:spPr>
      </p:pic>
      <p:pic>
        <p:nvPicPr>
          <p:cNvPr id="71" name="Picture 70">
            <a:extLst>
              <a:ext uri="{FF2B5EF4-FFF2-40B4-BE49-F238E27FC236}">
                <a16:creationId xmlns:a16="http://schemas.microsoft.com/office/drawing/2014/main" id="{D8241B30-8973-76D5-C689-D1D4A9EE16E2}"/>
              </a:ext>
            </a:extLst>
          </p:cNvPr>
          <p:cNvPicPr>
            <a:picLocks noChangeAspect="1"/>
          </p:cNvPicPr>
          <p:nvPr/>
        </p:nvPicPr>
        <p:blipFill>
          <a:blip r:embed="rId22">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753936" y="5022977"/>
            <a:ext cx="288000" cy="288000"/>
          </a:xfrm>
          <a:prstGeom prst="rect">
            <a:avLst/>
          </a:prstGeom>
        </p:spPr>
      </p:pic>
      <p:pic>
        <p:nvPicPr>
          <p:cNvPr id="73" name="Picture 72">
            <a:extLst>
              <a:ext uri="{FF2B5EF4-FFF2-40B4-BE49-F238E27FC236}">
                <a16:creationId xmlns:a16="http://schemas.microsoft.com/office/drawing/2014/main" id="{BC3B4774-1D76-F397-1BD9-FE158D3338F8}"/>
              </a:ext>
            </a:extLst>
          </p:cNvPr>
          <p:cNvPicPr>
            <a:picLocks noChangeAspect="1"/>
          </p:cNvPicPr>
          <p:nvPr/>
        </p:nvPicPr>
        <p:blipFill>
          <a:blip r:embed="rId2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533809" y="4827415"/>
            <a:ext cx="288000" cy="288000"/>
          </a:xfrm>
          <a:prstGeom prst="rect">
            <a:avLst/>
          </a:prstGeom>
        </p:spPr>
      </p:pic>
      <p:pic>
        <p:nvPicPr>
          <p:cNvPr id="75" name="Picture 74">
            <a:extLst>
              <a:ext uri="{FF2B5EF4-FFF2-40B4-BE49-F238E27FC236}">
                <a16:creationId xmlns:a16="http://schemas.microsoft.com/office/drawing/2014/main" id="{226B769E-D75E-0BA7-7945-D652D66C7991}"/>
              </a:ext>
            </a:extLst>
          </p:cNvPr>
          <p:cNvPicPr>
            <a:picLocks noChangeAspect="1"/>
          </p:cNvPicPr>
          <p:nvPr/>
        </p:nvPicPr>
        <p:blipFill>
          <a:blip r:embed="rId2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757112" y="5266954"/>
            <a:ext cx="288000" cy="288000"/>
          </a:xfrm>
          <a:prstGeom prst="rect">
            <a:avLst/>
          </a:prstGeom>
        </p:spPr>
      </p:pic>
      <p:pic>
        <p:nvPicPr>
          <p:cNvPr id="78" name="Picture 77">
            <a:extLst>
              <a:ext uri="{FF2B5EF4-FFF2-40B4-BE49-F238E27FC236}">
                <a16:creationId xmlns:a16="http://schemas.microsoft.com/office/drawing/2014/main" id="{3286A7DB-03FC-4F31-9318-7B38BDB5DC0F}"/>
              </a:ext>
            </a:extLst>
          </p:cNvPr>
          <p:cNvPicPr>
            <a:picLocks noChangeAspect="1"/>
          </p:cNvPicPr>
          <p:nvPr/>
        </p:nvPicPr>
        <p:blipFill>
          <a:blip r:embed="rId2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534741" y="5067127"/>
            <a:ext cx="288000" cy="288000"/>
          </a:xfrm>
          <a:prstGeom prst="rect">
            <a:avLst/>
          </a:prstGeom>
        </p:spPr>
      </p:pic>
      <p:pic>
        <p:nvPicPr>
          <p:cNvPr id="79" name="Picture 78">
            <a:extLst>
              <a:ext uri="{FF2B5EF4-FFF2-40B4-BE49-F238E27FC236}">
                <a16:creationId xmlns:a16="http://schemas.microsoft.com/office/drawing/2014/main" id="{72EC33F0-CEA6-430D-5819-31FCCECA2DCE}"/>
              </a:ext>
            </a:extLst>
          </p:cNvPr>
          <p:cNvPicPr>
            <a:picLocks noChangeAspect="1"/>
          </p:cNvPicPr>
          <p:nvPr/>
        </p:nvPicPr>
        <p:blipFill>
          <a:blip r:embed="rId17">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715322" y="6378224"/>
            <a:ext cx="288000" cy="288000"/>
          </a:xfrm>
          <a:prstGeom prst="rect">
            <a:avLst/>
          </a:prstGeom>
        </p:spPr>
      </p:pic>
      <p:pic>
        <p:nvPicPr>
          <p:cNvPr id="80" name="Picture 79">
            <a:extLst>
              <a:ext uri="{FF2B5EF4-FFF2-40B4-BE49-F238E27FC236}">
                <a16:creationId xmlns:a16="http://schemas.microsoft.com/office/drawing/2014/main" id="{5A09E2A7-2D2B-3275-89A2-469EF1F1F1CB}"/>
              </a:ext>
            </a:extLst>
          </p:cNvPr>
          <p:cNvPicPr>
            <a:picLocks noChangeAspect="1"/>
          </p:cNvPicPr>
          <p:nvPr/>
        </p:nvPicPr>
        <p:blipFill>
          <a:blip r:embed="rId1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686880" y="5870357"/>
            <a:ext cx="288000" cy="288000"/>
          </a:xfrm>
          <a:prstGeom prst="rect">
            <a:avLst/>
          </a:prstGeom>
        </p:spPr>
      </p:pic>
      <p:pic>
        <p:nvPicPr>
          <p:cNvPr id="81" name="Picture 80">
            <a:extLst>
              <a:ext uri="{FF2B5EF4-FFF2-40B4-BE49-F238E27FC236}">
                <a16:creationId xmlns:a16="http://schemas.microsoft.com/office/drawing/2014/main" id="{E26F1750-0000-315C-488C-828CE41FDF69}"/>
              </a:ext>
            </a:extLst>
          </p:cNvPr>
          <p:cNvPicPr>
            <a:picLocks noChangeAspect="1"/>
          </p:cNvPicPr>
          <p:nvPr/>
        </p:nvPicPr>
        <p:blipFill>
          <a:blip r:embed="rId1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704462" y="6938354"/>
            <a:ext cx="288000" cy="288000"/>
          </a:xfrm>
          <a:prstGeom prst="rect">
            <a:avLst/>
          </a:prstGeom>
        </p:spPr>
      </p:pic>
      <p:pic>
        <p:nvPicPr>
          <p:cNvPr id="82" name="Picture 81">
            <a:extLst>
              <a:ext uri="{FF2B5EF4-FFF2-40B4-BE49-F238E27FC236}">
                <a16:creationId xmlns:a16="http://schemas.microsoft.com/office/drawing/2014/main" id="{6CCDE734-218B-D1E9-8929-C5A70D90CAE3}"/>
              </a:ext>
            </a:extLst>
          </p:cNvPr>
          <p:cNvPicPr>
            <a:picLocks noChangeAspect="1"/>
          </p:cNvPicPr>
          <p:nvPr/>
        </p:nvPicPr>
        <p:blipFill>
          <a:blip r:embed="rId18">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704462" y="7950071"/>
            <a:ext cx="288000" cy="288000"/>
          </a:xfrm>
          <a:prstGeom prst="rect">
            <a:avLst/>
          </a:prstGeom>
        </p:spPr>
      </p:pic>
      <p:grpSp>
        <p:nvGrpSpPr>
          <p:cNvPr id="83" name="Gruppieren 42">
            <a:extLst>
              <a:ext uri="{FF2B5EF4-FFF2-40B4-BE49-F238E27FC236}">
                <a16:creationId xmlns:a16="http://schemas.microsoft.com/office/drawing/2014/main" id="{BB8C3AC3-3027-D56C-D291-657A432CB32E}"/>
              </a:ext>
            </a:extLst>
          </p:cNvPr>
          <p:cNvGrpSpPr/>
          <p:nvPr/>
        </p:nvGrpSpPr>
        <p:grpSpPr>
          <a:xfrm>
            <a:off x="7704462" y="8463157"/>
            <a:ext cx="288000" cy="288000"/>
            <a:chOff x="1887245" y="8278695"/>
            <a:chExt cx="256192" cy="256192"/>
          </a:xfrm>
        </p:grpSpPr>
        <p:sp>
          <p:nvSpPr>
            <p:cNvPr id="84" name="Ellipse 43">
              <a:extLst>
                <a:ext uri="{FF2B5EF4-FFF2-40B4-BE49-F238E27FC236}">
                  <a16:creationId xmlns:a16="http://schemas.microsoft.com/office/drawing/2014/main" id="{EEB6A2D8-A8CC-21D2-37E3-E99EC0A1E64D}"/>
                </a:ext>
              </a:extLst>
            </p:cNvPr>
            <p:cNvSpPr/>
            <p:nvPr/>
          </p:nvSpPr>
          <p:spPr>
            <a:xfrm>
              <a:off x="1887245" y="8278695"/>
              <a:ext cx="256192" cy="256192"/>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85" name="Grafik 121" descr="Strommast mit einfarbiger Füllung">
              <a:extLst>
                <a:ext uri="{FF2B5EF4-FFF2-40B4-BE49-F238E27FC236}">
                  <a16:creationId xmlns:a16="http://schemas.microsoft.com/office/drawing/2014/main" id="{82CEB3E7-D757-58FF-38D2-3FE6A5F11546}"/>
                </a:ext>
              </a:extLst>
            </p:cNvPr>
            <p:cNvSpPr/>
            <p:nvPr/>
          </p:nvSpPr>
          <p:spPr>
            <a:xfrm>
              <a:off x="1936904" y="8298736"/>
              <a:ext cx="155179" cy="216111"/>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a:p>
          </p:txBody>
        </p:sp>
      </p:grpSp>
      <p:pic>
        <p:nvPicPr>
          <p:cNvPr id="40" name="Picture 19">
            <a:extLst>
              <a:ext uri="{FF2B5EF4-FFF2-40B4-BE49-F238E27FC236}">
                <a16:creationId xmlns:a16="http://schemas.microsoft.com/office/drawing/2014/main" id="{034603AF-3C7D-AC53-A906-4307AC41693D}"/>
              </a:ext>
            </a:extLst>
          </p:cNvPr>
          <p:cNvPicPr>
            <a:picLocks noChangeAspect="1"/>
          </p:cNvPicPr>
          <p:nvPr/>
        </p:nvPicPr>
        <p:blipFill>
          <a:blip r:embed="rId1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23666" y="4303589"/>
            <a:ext cx="288000" cy="288000"/>
          </a:xfrm>
          <a:prstGeom prst="rect">
            <a:avLst/>
          </a:prstGeom>
        </p:spPr>
      </p:pic>
      <p:pic>
        <p:nvPicPr>
          <p:cNvPr id="46" name="Picture 50">
            <a:extLst>
              <a:ext uri="{FF2B5EF4-FFF2-40B4-BE49-F238E27FC236}">
                <a16:creationId xmlns:a16="http://schemas.microsoft.com/office/drawing/2014/main" id="{5AAAC352-E1AE-9692-32BA-AAE334F8B9DF}"/>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4906799" y="6531656"/>
            <a:ext cx="206681" cy="206681"/>
          </a:xfrm>
          <a:prstGeom prst="rect">
            <a:avLst/>
          </a:prstGeom>
        </p:spPr>
      </p:pic>
      <p:pic>
        <p:nvPicPr>
          <p:cNvPr id="86" name="Picture 85">
            <a:extLst>
              <a:ext uri="{FF2B5EF4-FFF2-40B4-BE49-F238E27FC236}">
                <a16:creationId xmlns:a16="http://schemas.microsoft.com/office/drawing/2014/main" id="{399B5839-262E-49AF-64B5-B7C18B77C550}"/>
              </a:ext>
            </a:extLst>
          </p:cNvPr>
          <p:cNvPicPr>
            <a:picLocks noChangeAspect="1"/>
          </p:cNvPicPr>
          <p:nvPr/>
        </p:nvPicPr>
        <p:blipFill>
          <a:blip r:embed="rId2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7533809" y="5316016"/>
            <a:ext cx="288000" cy="288000"/>
          </a:xfrm>
          <a:prstGeom prst="rect">
            <a:avLst/>
          </a:prstGeom>
        </p:spPr>
      </p:pic>
      <p:sp>
        <p:nvSpPr>
          <p:cNvPr id="50" name="Rechteck: abgerundete Ecken 49">
            <a:extLst>
              <a:ext uri="{FF2B5EF4-FFF2-40B4-BE49-F238E27FC236}">
                <a16:creationId xmlns:a16="http://schemas.microsoft.com/office/drawing/2014/main" id="{38A82FD2-34DB-B9C5-397D-4033A3AAAD98}"/>
              </a:ext>
            </a:extLst>
          </p:cNvPr>
          <p:cNvSpPr/>
          <p:nvPr/>
        </p:nvSpPr>
        <p:spPr>
          <a:xfrm>
            <a:off x="5221273" y="383658"/>
            <a:ext cx="288000" cy="288000"/>
          </a:xfrm>
          <a:prstGeom prst="round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a:solidFill>
                  <a:sysClr val="windowText" lastClr="000000"/>
                </a:solidFill>
              </a:rPr>
              <a:t>Start</a:t>
            </a:r>
          </a:p>
        </p:txBody>
      </p:sp>
      <p:sp>
        <p:nvSpPr>
          <p:cNvPr id="52" name="Rechteck: abgerundete Ecken 51">
            <a:extLst>
              <a:ext uri="{FF2B5EF4-FFF2-40B4-BE49-F238E27FC236}">
                <a16:creationId xmlns:a16="http://schemas.microsoft.com/office/drawing/2014/main" id="{FD79D7A9-8555-9913-8F8B-D01D41689554}"/>
              </a:ext>
            </a:extLst>
          </p:cNvPr>
          <p:cNvSpPr/>
          <p:nvPr/>
        </p:nvSpPr>
        <p:spPr>
          <a:xfrm>
            <a:off x="6520316" y="771198"/>
            <a:ext cx="241012" cy="241012"/>
          </a:xfrm>
          <a:prstGeom prst="round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700" dirty="0">
                <a:solidFill>
                  <a:schemeClr val="bg1"/>
                </a:solidFill>
              </a:rPr>
              <a:t>Start</a:t>
            </a:r>
          </a:p>
        </p:txBody>
      </p:sp>
      <p:pic>
        <p:nvPicPr>
          <p:cNvPr id="93" name="Picture 61">
            <a:extLst>
              <a:ext uri="{FF2B5EF4-FFF2-40B4-BE49-F238E27FC236}">
                <a16:creationId xmlns:a16="http://schemas.microsoft.com/office/drawing/2014/main" id="{D8CCAC88-DDEA-E601-75EA-F1182178A8AD}"/>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2917364" y="3088243"/>
            <a:ext cx="286369" cy="286369"/>
          </a:xfrm>
          <a:prstGeom prst="rect">
            <a:avLst/>
          </a:prstGeom>
        </p:spPr>
      </p:pic>
      <p:sp>
        <p:nvSpPr>
          <p:cNvPr id="107" name="Textfeld 106">
            <a:extLst>
              <a:ext uri="{FF2B5EF4-FFF2-40B4-BE49-F238E27FC236}">
                <a16:creationId xmlns:a16="http://schemas.microsoft.com/office/drawing/2014/main" id="{F6C3F536-2E9C-000E-FEC2-FA8D45DFBEA6}"/>
              </a:ext>
            </a:extLst>
          </p:cNvPr>
          <p:cNvSpPr txBox="1"/>
          <p:nvPr/>
        </p:nvSpPr>
        <p:spPr>
          <a:xfrm>
            <a:off x="12832671" y="8142155"/>
            <a:ext cx="1740283" cy="2158297"/>
          </a:xfrm>
          <a:prstGeom prst="rect">
            <a:avLst/>
          </a:prstGeom>
          <a:solidFill>
            <a:schemeClr val="bg1">
              <a:alpha val="70000"/>
            </a:schemeClr>
          </a:solidFill>
        </p:spPr>
        <p:txBody>
          <a:bodyPr wrap="square" rtlCol="0">
            <a:spAutoFit/>
          </a:bodyPr>
          <a:lstStyle/>
          <a:p>
            <a:r>
              <a:rPr lang="en-US" sz="600"/>
              <a:t>Wenn du Fertig </a:t>
            </a:r>
            <a:r>
              <a:rPr lang="en-US" sz="600" err="1"/>
              <a:t>gespielt</a:t>
            </a:r>
            <a:r>
              <a:rPr lang="en-US" sz="600"/>
              <a:t> hast, </a:t>
            </a:r>
            <a:r>
              <a:rPr lang="en-US" sz="600" err="1"/>
              <a:t>würden</a:t>
            </a:r>
            <a:r>
              <a:rPr lang="en-US" sz="600"/>
              <a:t> </a:t>
            </a:r>
            <a:r>
              <a:rPr lang="en-US" sz="600" err="1"/>
              <a:t>wir</a:t>
            </a:r>
            <a:r>
              <a:rPr lang="en-US" sz="600"/>
              <a:t> </a:t>
            </a:r>
            <a:r>
              <a:rPr lang="en-US" sz="600" err="1"/>
              <a:t>uns</a:t>
            </a:r>
            <a:r>
              <a:rPr lang="en-US" sz="600"/>
              <a:t> </a:t>
            </a:r>
            <a:r>
              <a:rPr lang="en-US" sz="600" err="1"/>
              <a:t>sehr</a:t>
            </a:r>
            <a:r>
              <a:rPr lang="en-US" sz="600"/>
              <a:t> </a:t>
            </a:r>
            <a:r>
              <a:rPr lang="en-US" sz="600" err="1"/>
              <a:t>über</a:t>
            </a:r>
            <a:r>
              <a:rPr lang="en-US" sz="600"/>
              <a:t> Feedback </a:t>
            </a:r>
            <a:r>
              <a:rPr lang="en-US" sz="600" err="1"/>
              <a:t>freuen</a:t>
            </a:r>
            <a:r>
              <a:rPr lang="en-US" sz="600"/>
              <a:t>! </a:t>
            </a:r>
            <a:r>
              <a:rPr lang="de-DE" sz="600"/>
              <a:t>😍</a:t>
            </a:r>
          </a:p>
          <a:p>
            <a:endParaRPr lang="de-DE" sz="600"/>
          </a:p>
          <a:p>
            <a:endParaRPr lang="de-DE" sz="600"/>
          </a:p>
          <a:p>
            <a:endParaRPr lang="de-DE" sz="600"/>
          </a:p>
          <a:p>
            <a:endParaRPr lang="de-DE" sz="600"/>
          </a:p>
          <a:p>
            <a:endParaRPr lang="de-DE" sz="600"/>
          </a:p>
          <a:p>
            <a:endParaRPr lang="de-DE" sz="600"/>
          </a:p>
          <a:p>
            <a:endParaRPr lang="de-DE" sz="600"/>
          </a:p>
          <a:p>
            <a:endParaRPr lang="en-US" sz="600"/>
          </a:p>
          <a:p>
            <a:endParaRPr lang="en-US" sz="600"/>
          </a:p>
          <a:p>
            <a:endParaRPr lang="en-US" sz="600"/>
          </a:p>
          <a:p>
            <a:endParaRPr lang="en-US" sz="600"/>
          </a:p>
          <a:p>
            <a:endParaRPr lang="en-US" sz="600"/>
          </a:p>
          <a:p>
            <a:endParaRPr lang="en-US" sz="600"/>
          </a:p>
          <a:p>
            <a:endParaRPr lang="en-US" sz="600"/>
          </a:p>
          <a:p>
            <a:endParaRPr lang="en-US" sz="600"/>
          </a:p>
          <a:p>
            <a:endParaRPr lang="en-US" sz="600"/>
          </a:p>
          <a:p>
            <a:endParaRPr lang="en-US" sz="600"/>
          </a:p>
        </p:txBody>
      </p:sp>
      <p:pic>
        <p:nvPicPr>
          <p:cNvPr id="109" name="Picture 50">
            <a:extLst>
              <a:ext uri="{FF2B5EF4-FFF2-40B4-BE49-F238E27FC236}">
                <a16:creationId xmlns:a16="http://schemas.microsoft.com/office/drawing/2014/main" id="{00DE140C-BCD2-8FF5-A0F6-90786F1101D2}"/>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541227" y="7990730"/>
            <a:ext cx="206681" cy="206681"/>
          </a:xfrm>
          <a:prstGeom prst="rect">
            <a:avLst/>
          </a:prstGeom>
        </p:spPr>
      </p:pic>
      <p:pic>
        <p:nvPicPr>
          <p:cNvPr id="114" name="Grafik 113">
            <a:extLst>
              <a:ext uri="{FF2B5EF4-FFF2-40B4-BE49-F238E27FC236}">
                <a16:creationId xmlns:a16="http://schemas.microsoft.com/office/drawing/2014/main" id="{02A6AB19-8EAA-6C02-D621-C2B03332C33E}"/>
              </a:ext>
            </a:extLst>
          </p:cNvPr>
          <p:cNvPicPr>
            <a:picLocks noChangeAspect="1"/>
          </p:cNvPicPr>
          <p:nvPr/>
        </p:nvPicPr>
        <p:blipFill>
          <a:blip r:embed="rId26"/>
          <a:stretch>
            <a:fillRect/>
          </a:stretch>
        </p:blipFill>
        <p:spPr>
          <a:xfrm>
            <a:off x="12902050" y="8502507"/>
            <a:ext cx="1700721" cy="1720421"/>
          </a:xfrm>
          <a:prstGeom prst="rect">
            <a:avLst/>
          </a:prstGeom>
        </p:spPr>
      </p:pic>
      <p:pic>
        <p:nvPicPr>
          <p:cNvPr id="116" name="Grafik 115">
            <a:extLst>
              <a:ext uri="{FF2B5EF4-FFF2-40B4-BE49-F238E27FC236}">
                <a16:creationId xmlns:a16="http://schemas.microsoft.com/office/drawing/2014/main" id="{93EA1B6C-F2D8-F1BD-1A97-019724992E89}"/>
              </a:ext>
            </a:extLst>
          </p:cNvPr>
          <p:cNvPicPr>
            <a:picLocks noChangeAspect="1"/>
          </p:cNvPicPr>
          <p:nvPr/>
        </p:nvPicPr>
        <p:blipFill>
          <a:blip r:embed="rId27"/>
          <a:stretch>
            <a:fillRect/>
          </a:stretch>
        </p:blipFill>
        <p:spPr>
          <a:xfrm>
            <a:off x="2549251" y="457013"/>
            <a:ext cx="1110395" cy="1110395"/>
          </a:xfrm>
          <a:prstGeom prst="rect">
            <a:avLst/>
          </a:prstGeom>
        </p:spPr>
      </p:pic>
    </p:spTree>
    <p:extLst>
      <p:ext uri="{BB962C8B-B14F-4D97-AF65-F5344CB8AC3E}">
        <p14:creationId xmlns:p14="http://schemas.microsoft.com/office/powerpoint/2010/main" val="568328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EA36-0FC6-DFEB-A9BC-FB7C17835DB1}"/>
            </a:ext>
          </a:extLst>
        </p:cNvPr>
        <p:cNvGrpSpPr/>
        <p:nvPr/>
      </p:nvGrpSpPr>
      <p:grpSpPr>
        <a:xfrm>
          <a:off x="0" y="0"/>
          <a:ext cx="0" cy="0"/>
          <a:chOff x="0" y="0"/>
          <a:chExt cx="0" cy="0"/>
        </a:xfrm>
      </p:grpSpPr>
      <p:pic>
        <p:nvPicPr>
          <p:cNvPr id="2004" name="Grafik 2003">
            <a:extLst>
              <a:ext uri="{FF2B5EF4-FFF2-40B4-BE49-F238E27FC236}">
                <a16:creationId xmlns:a16="http://schemas.microsoft.com/office/drawing/2014/main" id="{DEAFFF9F-72A7-C0C4-C5F8-A1ED3F3248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9029" y="0"/>
            <a:ext cx="16589258" cy="12405542"/>
          </a:xfrm>
          <a:prstGeom prst="rect">
            <a:avLst/>
          </a:prstGeom>
        </p:spPr>
      </p:pic>
      <p:sp>
        <p:nvSpPr>
          <p:cNvPr id="2011" name="Rechteck: abgerundete Ecken 2010">
            <a:extLst>
              <a:ext uri="{FF2B5EF4-FFF2-40B4-BE49-F238E27FC236}">
                <a16:creationId xmlns:a16="http://schemas.microsoft.com/office/drawing/2014/main" id="{0DF6B27A-FC63-6518-6786-BDD74C189F0B}"/>
              </a:ext>
            </a:extLst>
          </p:cNvPr>
          <p:cNvSpPr/>
          <p:nvPr/>
        </p:nvSpPr>
        <p:spPr>
          <a:xfrm>
            <a:off x="788972" y="1002664"/>
            <a:ext cx="13849377" cy="3514446"/>
          </a:xfrm>
          <a:prstGeom prst="roundRect">
            <a:avLst>
              <a:gd name="adj" fmla="val 3425"/>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1362" name="Pfeil: nach links und rechts 1361">
            <a:extLst>
              <a:ext uri="{FF2B5EF4-FFF2-40B4-BE49-F238E27FC236}">
                <a16:creationId xmlns:a16="http://schemas.microsoft.com/office/drawing/2014/main" id="{CF8EFD82-F51C-8394-9AB3-904120B2A920}"/>
              </a:ext>
            </a:extLst>
          </p:cNvPr>
          <p:cNvSpPr/>
          <p:nvPr/>
        </p:nvSpPr>
        <p:spPr>
          <a:xfrm>
            <a:off x="5167536" y="2453472"/>
            <a:ext cx="9580340" cy="315055"/>
          </a:xfrm>
          <a:prstGeom prst="leftRightArrow">
            <a:avLst>
              <a:gd name="adj1" fmla="val 100000"/>
              <a:gd name="adj2" fmla="val 44498"/>
            </a:avLst>
          </a:prstGeom>
          <a:gradFill flip="none" rotWithShape="1">
            <a:gsLst>
              <a:gs pos="0">
                <a:schemeClr val="bg1"/>
              </a:gs>
              <a:gs pos="24000">
                <a:srgbClr val="FFC9C9"/>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2099" name="Pfeil: nach links und rechts 2098">
            <a:extLst>
              <a:ext uri="{FF2B5EF4-FFF2-40B4-BE49-F238E27FC236}">
                <a16:creationId xmlns:a16="http://schemas.microsoft.com/office/drawing/2014/main" id="{74B91982-EDF3-3870-8702-0727F5680E11}"/>
              </a:ext>
            </a:extLst>
          </p:cNvPr>
          <p:cNvSpPr/>
          <p:nvPr/>
        </p:nvSpPr>
        <p:spPr>
          <a:xfrm rot="10800000">
            <a:off x="5239575" y="3767020"/>
            <a:ext cx="9493341" cy="243096"/>
          </a:xfrm>
          <a:prstGeom prst="leftRightArrow">
            <a:avLst>
              <a:gd name="adj1" fmla="val 100000"/>
              <a:gd name="adj2" fmla="val 44498"/>
            </a:avLst>
          </a:prstGeom>
          <a:gradFill flip="none" rotWithShape="1">
            <a:gsLst>
              <a:gs pos="43000">
                <a:schemeClr val="bg1"/>
              </a:gs>
              <a:gs pos="81000">
                <a:srgbClr val="C1C3DF"/>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grpSp>
        <p:nvGrpSpPr>
          <p:cNvPr id="2100" name="Gruppieren 2099">
            <a:extLst>
              <a:ext uri="{FF2B5EF4-FFF2-40B4-BE49-F238E27FC236}">
                <a16:creationId xmlns:a16="http://schemas.microsoft.com/office/drawing/2014/main" id="{43FD2EC3-AF13-02D5-7D20-9FD0E314BCCF}"/>
              </a:ext>
            </a:extLst>
          </p:cNvPr>
          <p:cNvGrpSpPr/>
          <p:nvPr/>
        </p:nvGrpSpPr>
        <p:grpSpPr>
          <a:xfrm rot="10800000">
            <a:off x="5227287" y="2994040"/>
            <a:ext cx="9520588" cy="774741"/>
            <a:chOff x="7908679" y="3699563"/>
            <a:chExt cx="5828199" cy="588526"/>
          </a:xfrm>
        </p:grpSpPr>
        <p:sp>
          <p:nvSpPr>
            <p:cNvPr id="2101" name="Pfeil: nach links und rechts 2100">
              <a:extLst>
                <a:ext uri="{FF2B5EF4-FFF2-40B4-BE49-F238E27FC236}">
                  <a16:creationId xmlns:a16="http://schemas.microsoft.com/office/drawing/2014/main" id="{4F71DBED-0645-F6FB-D6E0-10B527659C74}"/>
                </a:ext>
              </a:extLst>
            </p:cNvPr>
            <p:cNvSpPr/>
            <p:nvPr/>
          </p:nvSpPr>
          <p:spPr>
            <a:xfrm>
              <a:off x="7925359" y="3896261"/>
              <a:ext cx="5811519" cy="184666"/>
            </a:xfrm>
            <a:prstGeom prst="leftRightArrow">
              <a:avLst>
                <a:gd name="adj1" fmla="val 100000"/>
                <a:gd name="adj2" fmla="val 44498"/>
              </a:avLst>
            </a:prstGeom>
            <a:gradFill flip="none" rotWithShape="1">
              <a:gsLst>
                <a:gs pos="31000">
                  <a:schemeClr val="bg1"/>
                </a:gs>
                <a:gs pos="72000">
                  <a:srgbClr val="C1C3DF"/>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2102" name="Pfeil: nach links und rechts 2101">
              <a:extLst>
                <a:ext uri="{FF2B5EF4-FFF2-40B4-BE49-F238E27FC236}">
                  <a16:creationId xmlns:a16="http://schemas.microsoft.com/office/drawing/2014/main" id="{938D0767-DA7E-66C2-A89C-5EBB2D80590B}"/>
                </a:ext>
              </a:extLst>
            </p:cNvPr>
            <p:cNvSpPr/>
            <p:nvPr/>
          </p:nvSpPr>
          <p:spPr>
            <a:xfrm>
              <a:off x="7908680" y="4075018"/>
              <a:ext cx="5811519" cy="213071"/>
            </a:xfrm>
            <a:prstGeom prst="leftRightArrow">
              <a:avLst>
                <a:gd name="adj1" fmla="val 100000"/>
                <a:gd name="adj2" fmla="val 44498"/>
              </a:avLst>
            </a:prstGeom>
            <a:gradFill flip="none" rotWithShape="1">
              <a:gsLst>
                <a:gs pos="22000">
                  <a:schemeClr val="bg1"/>
                </a:gs>
                <a:gs pos="60000">
                  <a:srgbClr val="C1C3DF"/>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2103" name="Pfeil: nach links und rechts 2102">
              <a:extLst>
                <a:ext uri="{FF2B5EF4-FFF2-40B4-BE49-F238E27FC236}">
                  <a16:creationId xmlns:a16="http://schemas.microsoft.com/office/drawing/2014/main" id="{4E6BA496-D983-97B6-8A3A-352F5E6290E6}"/>
                </a:ext>
              </a:extLst>
            </p:cNvPr>
            <p:cNvSpPr/>
            <p:nvPr/>
          </p:nvSpPr>
          <p:spPr>
            <a:xfrm>
              <a:off x="7908679" y="3699563"/>
              <a:ext cx="5811519" cy="184666"/>
            </a:xfrm>
            <a:prstGeom prst="leftRightArrow">
              <a:avLst>
                <a:gd name="adj1" fmla="val 100000"/>
                <a:gd name="adj2" fmla="val 44498"/>
              </a:avLst>
            </a:prstGeom>
            <a:gradFill flip="none" rotWithShape="1">
              <a:gsLst>
                <a:gs pos="43000">
                  <a:schemeClr val="bg1"/>
                </a:gs>
                <a:gs pos="81000">
                  <a:srgbClr val="C1C3DF"/>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grpSp>
      <p:pic>
        <p:nvPicPr>
          <p:cNvPr id="2104" name="Grafik 2103">
            <a:extLst>
              <a:ext uri="{FF2B5EF4-FFF2-40B4-BE49-F238E27FC236}">
                <a16:creationId xmlns:a16="http://schemas.microsoft.com/office/drawing/2014/main" id="{7850B629-E7E6-A62E-474A-2D9966FF9E83}"/>
              </a:ext>
            </a:extLst>
          </p:cNvPr>
          <p:cNvPicPr>
            <a:picLocks noChangeAspect="1"/>
          </p:cNvPicPr>
          <p:nvPr/>
        </p:nvPicPr>
        <p:blipFill>
          <a:blip r:embed="rId3"/>
          <a:srcRect t="4690" b="5649"/>
          <a:stretch>
            <a:fillRect/>
          </a:stretch>
        </p:blipFill>
        <p:spPr>
          <a:xfrm rot="5400000">
            <a:off x="7389678" y="718528"/>
            <a:ext cx="1571946" cy="5157349"/>
          </a:xfrm>
          <a:prstGeom prst="rect">
            <a:avLst/>
          </a:prstGeom>
        </p:spPr>
      </p:pic>
      <p:pic>
        <p:nvPicPr>
          <p:cNvPr id="2134" name="Picture 56">
            <a:extLst>
              <a:ext uri="{FF2B5EF4-FFF2-40B4-BE49-F238E27FC236}">
                <a16:creationId xmlns:a16="http://schemas.microsoft.com/office/drawing/2014/main" id="{D028548A-294A-2C77-A193-FDB7C4C1BDE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346012" y="3052787"/>
            <a:ext cx="155521" cy="172385"/>
          </a:xfrm>
          <a:prstGeom prst="rect">
            <a:avLst/>
          </a:prstGeom>
        </p:spPr>
      </p:pic>
      <p:pic>
        <p:nvPicPr>
          <p:cNvPr id="2135" name="Picture 56">
            <a:extLst>
              <a:ext uri="{FF2B5EF4-FFF2-40B4-BE49-F238E27FC236}">
                <a16:creationId xmlns:a16="http://schemas.microsoft.com/office/drawing/2014/main" id="{567EA535-AB7E-A0FC-B386-11A9E3F3D568}"/>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353632" y="3320448"/>
            <a:ext cx="155521" cy="172385"/>
          </a:xfrm>
          <a:prstGeom prst="rect">
            <a:avLst/>
          </a:prstGeom>
        </p:spPr>
      </p:pic>
      <p:pic>
        <p:nvPicPr>
          <p:cNvPr id="2136" name="Picture 56">
            <a:extLst>
              <a:ext uri="{FF2B5EF4-FFF2-40B4-BE49-F238E27FC236}">
                <a16:creationId xmlns:a16="http://schemas.microsoft.com/office/drawing/2014/main" id="{0D54A1AF-FB97-54BB-FD5B-13EF832DB73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346012" y="3588109"/>
            <a:ext cx="155521" cy="172385"/>
          </a:xfrm>
          <a:prstGeom prst="rect">
            <a:avLst/>
          </a:prstGeom>
        </p:spPr>
      </p:pic>
      <p:graphicFrame>
        <p:nvGraphicFramePr>
          <p:cNvPr id="2137" name="Tabelle 2136">
            <a:extLst>
              <a:ext uri="{FF2B5EF4-FFF2-40B4-BE49-F238E27FC236}">
                <a16:creationId xmlns:a16="http://schemas.microsoft.com/office/drawing/2014/main" id="{C3AAB742-E7B5-AE11-8462-13D5251EF512}"/>
              </a:ext>
            </a:extLst>
          </p:cNvPr>
          <p:cNvGraphicFramePr>
            <a:graphicFrameLocks noGrp="1"/>
          </p:cNvGraphicFramePr>
          <p:nvPr>
            <p:extLst>
              <p:ext uri="{D42A27DB-BD31-4B8C-83A1-F6EECF244321}">
                <p14:modId xmlns:p14="http://schemas.microsoft.com/office/powerpoint/2010/main" val="885907881"/>
              </p:ext>
            </p:extLst>
          </p:nvPr>
        </p:nvGraphicFramePr>
        <p:xfrm>
          <a:off x="5498535" y="2544207"/>
          <a:ext cx="8921268" cy="1479960"/>
        </p:xfrm>
        <a:graphic>
          <a:graphicData uri="http://schemas.openxmlformats.org/drawingml/2006/table">
            <a:tbl>
              <a:tblPr/>
              <a:tblGrid>
                <a:gridCol w="247813">
                  <a:extLst>
                    <a:ext uri="{9D8B030D-6E8A-4147-A177-3AD203B41FA5}">
                      <a16:colId xmlns:a16="http://schemas.microsoft.com/office/drawing/2014/main" val="1307255216"/>
                    </a:ext>
                  </a:extLst>
                </a:gridCol>
                <a:gridCol w="247813">
                  <a:extLst>
                    <a:ext uri="{9D8B030D-6E8A-4147-A177-3AD203B41FA5}">
                      <a16:colId xmlns:a16="http://schemas.microsoft.com/office/drawing/2014/main" val="3937207819"/>
                    </a:ext>
                  </a:extLst>
                </a:gridCol>
                <a:gridCol w="247813">
                  <a:extLst>
                    <a:ext uri="{9D8B030D-6E8A-4147-A177-3AD203B41FA5}">
                      <a16:colId xmlns:a16="http://schemas.microsoft.com/office/drawing/2014/main" val="2035366741"/>
                    </a:ext>
                  </a:extLst>
                </a:gridCol>
                <a:gridCol w="247813">
                  <a:extLst>
                    <a:ext uri="{9D8B030D-6E8A-4147-A177-3AD203B41FA5}">
                      <a16:colId xmlns:a16="http://schemas.microsoft.com/office/drawing/2014/main" val="277243852"/>
                    </a:ext>
                  </a:extLst>
                </a:gridCol>
                <a:gridCol w="247813">
                  <a:extLst>
                    <a:ext uri="{9D8B030D-6E8A-4147-A177-3AD203B41FA5}">
                      <a16:colId xmlns:a16="http://schemas.microsoft.com/office/drawing/2014/main" val="4245197912"/>
                    </a:ext>
                  </a:extLst>
                </a:gridCol>
                <a:gridCol w="247813">
                  <a:extLst>
                    <a:ext uri="{9D8B030D-6E8A-4147-A177-3AD203B41FA5}">
                      <a16:colId xmlns:a16="http://schemas.microsoft.com/office/drawing/2014/main" val="1204894056"/>
                    </a:ext>
                  </a:extLst>
                </a:gridCol>
                <a:gridCol w="247813">
                  <a:extLst>
                    <a:ext uri="{9D8B030D-6E8A-4147-A177-3AD203B41FA5}">
                      <a16:colId xmlns:a16="http://schemas.microsoft.com/office/drawing/2014/main" val="2157722082"/>
                    </a:ext>
                  </a:extLst>
                </a:gridCol>
                <a:gridCol w="247813">
                  <a:extLst>
                    <a:ext uri="{9D8B030D-6E8A-4147-A177-3AD203B41FA5}">
                      <a16:colId xmlns:a16="http://schemas.microsoft.com/office/drawing/2014/main" val="250679103"/>
                    </a:ext>
                  </a:extLst>
                </a:gridCol>
                <a:gridCol w="247813">
                  <a:extLst>
                    <a:ext uri="{9D8B030D-6E8A-4147-A177-3AD203B41FA5}">
                      <a16:colId xmlns:a16="http://schemas.microsoft.com/office/drawing/2014/main" val="3888703034"/>
                    </a:ext>
                  </a:extLst>
                </a:gridCol>
                <a:gridCol w="247813">
                  <a:extLst>
                    <a:ext uri="{9D8B030D-6E8A-4147-A177-3AD203B41FA5}">
                      <a16:colId xmlns:a16="http://schemas.microsoft.com/office/drawing/2014/main" val="3582543090"/>
                    </a:ext>
                  </a:extLst>
                </a:gridCol>
                <a:gridCol w="247813">
                  <a:extLst>
                    <a:ext uri="{9D8B030D-6E8A-4147-A177-3AD203B41FA5}">
                      <a16:colId xmlns:a16="http://schemas.microsoft.com/office/drawing/2014/main" val="2322019650"/>
                    </a:ext>
                  </a:extLst>
                </a:gridCol>
                <a:gridCol w="247813">
                  <a:extLst>
                    <a:ext uri="{9D8B030D-6E8A-4147-A177-3AD203B41FA5}">
                      <a16:colId xmlns:a16="http://schemas.microsoft.com/office/drawing/2014/main" val="1562159936"/>
                    </a:ext>
                  </a:extLst>
                </a:gridCol>
                <a:gridCol w="247813">
                  <a:extLst>
                    <a:ext uri="{9D8B030D-6E8A-4147-A177-3AD203B41FA5}">
                      <a16:colId xmlns:a16="http://schemas.microsoft.com/office/drawing/2014/main" val="10108384"/>
                    </a:ext>
                  </a:extLst>
                </a:gridCol>
                <a:gridCol w="247813">
                  <a:extLst>
                    <a:ext uri="{9D8B030D-6E8A-4147-A177-3AD203B41FA5}">
                      <a16:colId xmlns:a16="http://schemas.microsoft.com/office/drawing/2014/main" val="3190182558"/>
                    </a:ext>
                  </a:extLst>
                </a:gridCol>
                <a:gridCol w="247813">
                  <a:extLst>
                    <a:ext uri="{9D8B030D-6E8A-4147-A177-3AD203B41FA5}">
                      <a16:colId xmlns:a16="http://schemas.microsoft.com/office/drawing/2014/main" val="3392540262"/>
                    </a:ext>
                  </a:extLst>
                </a:gridCol>
                <a:gridCol w="247813">
                  <a:extLst>
                    <a:ext uri="{9D8B030D-6E8A-4147-A177-3AD203B41FA5}">
                      <a16:colId xmlns:a16="http://schemas.microsoft.com/office/drawing/2014/main" val="2045338032"/>
                    </a:ext>
                  </a:extLst>
                </a:gridCol>
                <a:gridCol w="247813">
                  <a:extLst>
                    <a:ext uri="{9D8B030D-6E8A-4147-A177-3AD203B41FA5}">
                      <a16:colId xmlns:a16="http://schemas.microsoft.com/office/drawing/2014/main" val="1884241717"/>
                    </a:ext>
                  </a:extLst>
                </a:gridCol>
                <a:gridCol w="247813">
                  <a:extLst>
                    <a:ext uri="{9D8B030D-6E8A-4147-A177-3AD203B41FA5}">
                      <a16:colId xmlns:a16="http://schemas.microsoft.com/office/drawing/2014/main" val="1688005260"/>
                    </a:ext>
                  </a:extLst>
                </a:gridCol>
                <a:gridCol w="247813">
                  <a:extLst>
                    <a:ext uri="{9D8B030D-6E8A-4147-A177-3AD203B41FA5}">
                      <a16:colId xmlns:a16="http://schemas.microsoft.com/office/drawing/2014/main" val="1551609751"/>
                    </a:ext>
                  </a:extLst>
                </a:gridCol>
                <a:gridCol w="247813">
                  <a:extLst>
                    <a:ext uri="{9D8B030D-6E8A-4147-A177-3AD203B41FA5}">
                      <a16:colId xmlns:a16="http://schemas.microsoft.com/office/drawing/2014/main" val="1603085228"/>
                    </a:ext>
                  </a:extLst>
                </a:gridCol>
                <a:gridCol w="247813">
                  <a:extLst>
                    <a:ext uri="{9D8B030D-6E8A-4147-A177-3AD203B41FA5}">
                      <a16:colId xmlns:a16="http://schemas.microsoft.com/office/drawing/2014/main" val="2041410485"/>
                    </a:ext>
                  </a:extLst>
                </a:gridCol>
                <a:gridCol w="247813">
                  <a:extLst>
                    <a:ext uri="{9D8B030D-6E8A-4147-A177-3AD203B41FA5}">
                      <a16:colId xmlns:a16="http://schemas.microsoft.com/office/drawing/2014/main" val="1542698925"/>
                    </a:ext>
                  </a:extLst>
                </a:gridCol>
                <a:gridCol w="247813">
                  <a:extLst>
                    <a:ext uri="{9D8B030D-6E8A-4147-A177-3AD203B41FA5}">
                      <a16:colId xmlns:a16="http://schemas.microsoft.com/office/drawing/2014/main" val="1607914033"/>
                    </a:ext>
                  </a:extLst>
                </a:gridCol>
                <a:gridCol w="247813">
                  <a:extLst>
                    <a:ext uri="{9D8B030D-6E8A-4147-A177-3AD203B41FA5}">
                      <a16:colId xmlns:a16="http://schemas.microsoft.com/office/drawing/2014/main" val="2988120792"/>
                    </a:ext>
                  </a:extLst>
                </a:gridCol>
                <a:gridCol w="247813">
                  <a:extLst>
                    <a:ext uri="{9D8B030D-6E8A-4147-A177-3AD203B41FA5}">
                      <a16:colId xmlns:a16="http://schemas.microsoft.com/office/drawing/2014/main" val="3507607338"/>
                    </a:ext>
                  </a:extLst>
                </a:gridCol>
                <a:gridCol w="247813">
                  <a:extLst>
                    <a:ext uri="{9D8B030D-6E8A-4147-A177-3AD203B41FA5}">
                      <a16:colId xmlns:a16="http://schemas.microsoft.com/office/drawing/2014/main" val="1534630675"/>
                    </a:ext>
                  </a:extLst>
                </a:gridCol>
                <a:gridCol w="247813">
                  <a:extLst>
                    <a:ext uri="{9D8B030D-6E8A-4147-A177-3AD203B41FA5}">
                      <a16:colId xmlns:a16="http://schemas.microsoft.com/office/drawing/2014/main" val="3486123651"/>
                    </a:ext>
                  </a:extLst>
                </a:gridCol>
                <a:gridCol w="247813">
                  <a:extLst>
                    <a:ext uri="{9D8B030D-6E8A-4147-A177-3AD203B41FA5}">
                      <a16:colId xmlns:a16="http://schemas.microsoft.com/office/drawing/2014/main" val="2146958284"/>
                    </a:ext>
                  </a:extLst>
                </a:gridCol>
                <a:gridCol w="247813">
                  <a:extLst>
                    <a:ext uri="{9D8B030D-6E8A-4147-A177-3AD203B41FA5}">
                      <a16:colId xmlns:a16="http://schemas.microsoft.com/office/drawing/2014/main" val="1142480081"/>
                    </a:ext>
                  </a:extLst>
                </a:gridCol>
                <a:gridCol w="247813">
                  <a:extLst>
                    <a:ext uri="{9D8B030D-6E8A-4147-A177-3AD203B41FA5}">
                      <a16:colId xmlns:a16="http://schemas.microsoft.com/office/drawing/2014/main" val="4276545678"/>
                    </a:ext>
                  </a:extLst>
                </a:gridCol>
                <a:gridCol w="247813">
                  <a:extLst>
                    <a:ext uri="{9D8B030D-6E8A-4147-A177-3AD203B41FA5}">
                      <a16:colId xmlns:a16="http://schemas.microsoft.com/office/drawing/2014/main" val="1240846635"/>
                    </a:ext>
                  </a:extLst>
                </a:gridCol>
                <a:gridCol w="247813">
                  <a:extLst>
                    <a:ext uri="{9D8B030D-6E8A-4147-A177-3AD203B41FA5}">
                      <a16:colId xmlns:a16="http://schemas.microsoft.com/office/drawing/2014/main" val="1343181213"/>
                    </a:ext>
                  </a:extLst>
                </a:gridCol>
                <a:gridCol w="247813">
                  <a:extLst>
                    <a:ext uri="{9D8B030D-6E8A-4147-A177-3AD203B41FA5}">
                      <a16:colId xmlns:a16="http://schemas.microsoft.com/office/drawing/2014/main" val="2995131747"/>
                    </a:ext>
                  </a:extLst>
                </a:gridCol>
                <a:gridCol w="247813">
                  <a:extLst>
                    <a:ext uri="{9D8B030D-6E8A-4147-A177-3AD203B41FA5}">
                      <a16:colId xmlns:a16="http://schemas.microsoft.com/office/drawing/2014/main" val="2655170224"/>
                    </a:ext>
                  </a:extLst>
                </a:gridCol>
                <a:gridCol w="247813">
                  <a:extLst>
                    <a:ext uri="{9D8B030D-6E8A-4147-A177-3AD203B41FA5}">
                      <a16:colId xmlns:a16="http://schemas.microsoft.com/office/drawing/2014/main" val="1200234587"/>
                    </a:ext>
                  </a:extLst>
                </a:gridCol>
                <a:gridCol w="247813">
                  <a:extLst>
                    <a:ext uri="{9D8B030D-6E8A-4147-A177-3AD203B41FA5}">
                      <a16:colId xmlns:a16="http://schemas.microsoft.com/office/drawing/2014/main" val="3821209099"/>
                    </a:ext>
                  </a:extLst>
                </a:gridCol>
              </a:tblGrid>
              <a:tr h="246660">
                <a:tc>
                  <a:txBody>
                    <a:bodyPr/>
                    <a:lstStyle/>
                    <a:p>
                      <a:pPr algn="r" rtl="0" fontAlgn="b">
                        <a:buNone/>
                      </a:pPr>
                      <a:r>
                        <a:rPr lang="de-DE" sz="105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7</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8</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9</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13</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17</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18</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19</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23</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27</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28</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29</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33</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050" dirty="0">
                          <a:effectLst/>
                        </a:rPr>
                        <a:t>35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1780161"/>
                  </a:ext>
                </a:extLst>
              </a:tr>
              <a:tr h="246660">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endParaRPr lang="de-DE" sz="1050" dirty="0">
                        <a:effectLst/>
                      </a:endParaRP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0136458"/>
                  </a:ext>
                </a:extLst>
              </a:tr>
              <a:tr h="246660">
                <a:tc>
                  <a:txBody>
                    <a:bodyPr/>
                    <a:lstStyle/>
                    <a:p>
                      <a:pPr algn="r" fontAlgn="ctr">
                        <a:buNone/>
                      </a:pPr>
                      <a:r>
                        <a:rPr lang="de-DE" sz="1000" b="0" i="0" u="none" strike="noStrike">
                          <a:solidFill>
                            <a:srgbClr val="000000"/>
                          </a:solidFill>
                          <a:effectLst/>
                          <a:latin typeface="Arial" panose="020B0604020202020204" pitchFamily="34" charset="0"/>
                        </a:rPr>
                        <a:t>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dirty="0">
                          <a:solidFill>
                            <a:srgbClr val="000000"/>
                          </a:solidFill>
                          <a:effectLst/>
                          <a:latin typeface="Arial" panose="020B0604020202020204" pitchFamily="34" charset="0"/>
                        </a:rPr>
                        <a:t>88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187727"/>
                  </a:ext>
                </a:extLst>
              </a:tr>
              <a:tr h="246660">
                <a:tc>
                  <a:txBody>
                    <a:bodyPr/>
                    <a:lstStyle/>
                    <a:p>
                      <a:pPr algn="r" fontAlgn="ctr">
                        <a:buNone/>
                      </a:pPr>
                      <a:r>
                        <a:rPr lang="de-DE" sz="1000" b="0" i="0" u="none" strike="noStrike">
                          <a:solidFill>
                            <a:srgbClr val="000000"/>
                          </a:solidFill>
                          <a:effectLst/>
                          <a:latin typeface="Arial" panose="020B0604020202020204" pitchFamily="34" charset="0"/>
                        </a:rPr>
                        <a:t>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dirty="0">
                          <a:solidFill>
                            <a:srgbClr val="000000"/>
                          </a:solidFill>
                          <a:effectLst/>
                          <a:latin typeface="Arial" panose="020B0604020202020204" pitchFamily="34" charset="0"/>
                        </a:rPr>
                        <a:t>44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9419545"/>
                  </a:ext>
                </a:extLst>
              </a:tr>
              <a:tr h="246660">
                <a:tc>
                  <a:txBody>
                    <a:bodyPr/>
                    <a:lstStyle/>
                    <a:p>
                      <a:pPr algn="r" fontAlgn="ctr">
                        <a:buNone/>
                      </a:pPr>
                      <a:r>
                        <a:rPr lang="de-DE" sz="1000" b="0" i="0" u="none" strike="noStrike">
                          <a:solidFill>
                            <a:srgbClr val="000000"/>
                          </a:solidFill>
                          <a:effectLst/>
                          <a:latin typeface="Arial" panose="020B0604020202020204" pitchFamily="34" charset="0"/>
                        </a:rPr>
                        <a:t>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dirty="0">
                          <a:solidFill>
                            <a:srgbClr val="000000"/>
                          </a:solidFill>
                          <a:effectLst/>
                          <a:latin typeface="Arial" panose="020B0604020202020204" pitchFamily="34" charset="0"/>
                        </a:rPr>
                        <a:t>26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2989513"/>
                  </a:ext>
                </a:extLst>
              </a:tr>
              <a:tr h="246660">
                <a:tc>
                  <a:txBody>
                    <a:bodyPr/>
                    <a:lstStyle/>
                    <a:p>
                      <a:pPr algn="r" fontAlgn="ctr">
                        <a:buNone/>
                      </a:pPr>
                      <a:r>
                        <a:rPr lang="de-DE" sz="1000" b="0" i="0" u="none" strike="noStrike">
                          <a:solidFill>
                            <a:srgbClr val="000000"/>
                          </a:solidFill>
                          <a:effectLst/>
                          <a:latin typeface="Arial" panose="020B0604020202020204" pitchFamily="34" charset="0"/>
                        </a:rPr>
                        <a:t>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6</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dirty="0">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8</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9</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a:solidFill>
                            <a:srgbClr val="000000"/>
                          </a:solidFill>
                          <a:effectLst/>
                          <a:latin typeface="Arial" panose="020B0604020202020204" pitchFamily="34" charset="0"/>
                        </a:rPr>
                        <a:t>13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de-DE" sz="1000" b="0" i="0" u="none" strike="noStrike" dirty="0">
                          <a:solidFill>
                            <a:srgbClr val="000000"/>
                          </a:solidFill>
                          <a:effectLst/>
                          <a:latin typeface="Arial" panose="020B0604020202020204" pitchFamily="34" charset="0"/>
                        </a:rPr>
                        <a:t>13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4776566"/>
                  </a:ext>
                </a:extLst>
              </a:tr>
            </a:tbl>
          </a:graphicData>
        </a:graphic>
      </p:graphicFrame>
      <p:sp>
        <p:nvSpPr>
          <p:cNvPr id="2138" name="Rechteck: abgerundete Ecken 2137">
            <a:extLst>
              <a:ext uri="{FF2B5EF4-FFF2-40B4-BE49-F238E27FC236}">
                <a16:creationId xmlns:a16="http://schemas.microsoft.com/office/drawing/2014/main" id="{E99945D2-F64F-E116-B4EC-8F80D1B8D9E0}"/>
              </a:ext>
            </a:extLst>
          </p:cNvPr>
          <p:cNvSpPr/>
          <p:nvPr/>
        </p:nvSpPr>
        <p:spPr>
          <a:xfrm>
            <a:off x="17278957" y="6458645"/>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+1</a:t>
            </a:r>
          </a:p>
        </p:txBody>
      </p:sp>
      <p:pic>
        <p:nvPicPr>
          <p:cNvPr id="2139" name="Picture 6">
            <a:extLst>
              <a:ext uri="{FF2B5EF4-FFF2-40B4-BE49-F238E27FC236}">
                <a16:creationId xmlns:a16="http://schemas.microsoft.com/office/drawing/2014/main" id="{F14C1AD7-2C21-0752-E267-5AC00E2B6F7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7499411" y="6451793"/>
            <a:ext cx="179110" cy="179110"/>
          </a:xfrm>
          <a:prstGeom prst="rect">
            <a:avLst/>
          </a:prstGeom>
        </p:spPr>
      </p:pic>
      <p:pic>
        <p:nvPicPr>
          <p:cNvPr id="2144" name="Picture 56">
            <a:extLst>
              <a:ext uri="{FF2B5EF4-FFF2-40B4-BE49-F238E27FC236}">
                <a16:creationId xmlns:a16="http://schemas.microsoft.com/office/drawing/2014/main" id="{F50EF13F-DAC9-B0BF-024E-5A72FE9EEAB3}"/>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351183" y="3829877"/>
            <a:ext cx="155521" cy="172385"/>
          </a:xfrm>
          <a:prstGeom prst="rect">
            <a:avLst/>
          </a:prstGeom>
        </p:spPr>
      </p:pic>
      <p:sp>
        <p:nvSpPr>
          <p:cNvPr id="2005" name="Rechteck: abgerundete Ecken 2004">
            <a:extLst>
              <a:ext uri="{FF2B5EF4-FFF2-40B4-BE49-F238E27FC236}">
                <a16:creationId xmlns:a16="http://schemas.microsoft.com/office/drawing/2014/main" id="{54138E23-0409-BECB-32A4-00AC63B6E277}"/>
              </a:ext>
            </a:extLst>
          </p:cNvPr>
          <p:cNvSpPr/>
          <p:nvPr/>
        </p:nvSpPr>
        <p:spPr>
          <a:xfrm>
            <a:off x="830724" y="5136248"/>
            <a:ext cx="934939" cy="5610471"/>
          </a:xfrm>
          <a:prstGeom prst="roundRect">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2037" name="Pfeil: nach unten 67">
            <a:extLst>
              <a:ext uri="{FF2B5EF4-FFF2-40B4-BE49-F238E27FC236}">
                <a16:creationId xmlns:a16="http://schemas.microsoft.com/office/drawing/2014/main" id="{5F0EC3B9-CC32-D867-0AFA-EB181CCE3667}"/>
              </a:ext>
            </a:extLst>
          </p:cNvPr>
          <p:cNvSpPr/>
          <p:nvPr/>
        </p:nvSpPr>
        <p:spPr>
          <a:xfrm rot="10800000">
            <a:off x="1111283" y="5492825"/>
            <a:ext cx="430456" cy="4141870"/>
          </a:xfrm>
          <a:prstGeom prst="downArrow">
            <a:avLst>
              <a:gd name="adj1" fmla="val 100000"/>
              <a:gd name="adj2" fmla="val 50000"/>
            </a:avLst>
          </a:prstGeom>
          <a:gradFill flip="none" rotWithShape="1">
            <a:gsLst>
              <a:gs pos="100000">
                <a:schemeClr val="bg1"/>
              </a:gs>
              <a:gs pos="0">
                <a:srgbClr val="15C609"/>
              </a:gs>
            </a:gsLst>
            <a:lin ang="16200000" scaled="1"/>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2006" name="Rechteck: abgerundete Ecken 2005">
            <a:extLst>
              <a:ext uri="{FF2B5EF4-FFF2-40B4-BE49-F238E27FC236}">
                <a16:creationId xmlns:a16="http://schemas.microsoft.com/office/drawing/2014/main" id="{986315BC-3B4C-8F0D-68F9-FD228D1387BD}"/>
              </a:ext>
            </a:extLst>
          </p:cNvPr>
          <p:cNvSpPr/>
          <p:nvPr/>
        </p:nvSpPr>
        <p:spPr>
          <a:xfrm>
            <a:off x="1932778" y="5136248"/>
            <a:ext cx="1111928" cy="5610471"/>
          </a:xfrm>
          <a:prstGeom prst="roundRect">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2007" name="Rechteck: abgerundete Ecken 2006">
            <a:extLst>
              <a:ext uri="{FF2B5EF4-FFF2-40B4-BE49-F238E27FC236}">
                <a16:creationId xmlns:a16="http://schemas.microsoft.com/office/drawing/2014/main" id="{B7DFF934-0EB5-E543-CA01-E4820586EDF9}"/>
              </a:ext>
            </a:extLst>
          </p:cNvPr>
          <p:cNvSpPr/>
          <p:nvPr/>
        </p:nvSpPr>
        <p:spPr>
          <a:xfrm>
            <a:off x="3153935" y="5136248"/>
            <a:ext cx="6011126" cy="5610471"/>
          </a:xfrm>
          <a:prstGeom prst="roundRect">
            <a:avLst>
              <a:gd name="adj" fmla="val 3425"/>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882" name="Rechteck: abgerundete Ecken 881">
            <a:extLst>
              <a:ext uri="{FF2B5EF4-FFF2-40B4-BE49-F238E27FC236}">
                <a16:creationId xmlns:a16="http://schemas.microsoft.com/office/drawing/2014/main" id="{107610A3-C50D-F4DB-568B-3F3657EEF392}"/>
              </a:ext>
            </a:extLst>
          </p:cNvPr>
          <p:cNvSpPr/>
          <p:nvPr/>
        </p:nvSpPr>
        <p:spPr>
          <a:xfrm rot="16200000">
            <a:off x="5094843" y="7437907"/>
            <a:ext cx="3454111" cy="28740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008" name="Rechteck: abgerundete Ecken 2007">
            <a:extLst>
              <a:ext uri="{FF2B5EF4-FFF2-40B4-BE49-F238E27FC236}">
                <a16:creationId xmlns:a16="http://schemas.microsoft.com/office/drawing/2014/main" id="{7CF90280-94D6-1D89-8552-AE0AEB660D71}"/>
              </a:ext>
            </a:extLst>
          </p:cNvPr>
          <p:cNvSpPr/>
          <p:nvPr/>
        </p:nvSpPr>
        <p:spPr>
          <a:xfrm>
            <a:off x="9364738" y="5136248"/>
            <a:ext cx="3600169" cy="5610471"/>
          </a:xfrm>
          <a:prstGeom prst="roundRect">
            <a:avLst>
              <a:gd name="adj" fmla="val 3425"/>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2009" name="Rechteck: abgerundete Ecken 2008">
            <a:extLst>
              <a:ext uri="{FF2B5EF4-FFF2-40B4-BE49-F238E27FC236}">
                <a16:creationId xmlns:a16="http://schemas.microsoft.com/office/drawing/2014/main" id="{D4A6E714-D9C1-5011-8B33-BE36B3065142}"/>
              </a:ext>
            </a:extLst>
          </p:cNvPr>
          <p:cNvSpPr/>
          <p:nvPr/>
        </p:nvSpPr>
        <p:spPr>
          <a:xfrm>
            <a:off x="13283127" y="5136248"/>
            <a:ext cx="1355222" cy="5610471"/>
          </a:xfrm>
          <a:prstGeom prst="roundRect">
            <a:avLst>
              <a:gd name="adj" fmla="val 3425"/>
            </a:avLst>
          </a:prstGeom>
          <a:solidFill>
            <a:srgbClr val="FFFFFF">
              <a:alpha val="6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pic>
        <p:nvPicPr>
          <p:cNvPr id="1983" name="Grafik 1982">
            <a:extLst>
              <a:ext uri="{FF2B5EF4-FFF2-40B4-BE49-F238E27FC236}">
                <a16:creationId xmlns:a16="http://schemas.microsoft.com/office/drawing/2014/main" id="{DB68C65D-FC7C-54A8-6F2E-678A2E6C73D8}"/>
              </a:ext>
            </a:extLst>
          </p:cNvPr>
          <p:cNvPicPr>
            <a:picLocks noChangeAspect="1"/>
          </p:cNvPicPr>
          <p:nvPr/>
        </p:nvPicPr>
        <p:blipFill>
          <a:blip r:embed="rId6"/>
          <a:stretch>
            <a:fillRect/>
          </a:stretch>
        </p:blipFill>
        <p:spPr>
          <a:xfrm>
            <a:off x="429424" y="14820379"/>
            <a:ext cx="16632367" cy="14192570"/>
          </a:xfrm>
          <a:prstGeom prst="rect">
            <a:avLst/>
          </a:prstGeom>
        </p:spPr>
      </p:pic>
      <p:pic>
        <p:nvPicPr>
          <p:cNvPr id="1981" name="Grafik 1980">
            <a:extLst>
              <a:ext uri="{FF2B5EF4-FFF2-40B4-BE49-F238E27FC236}">
                <a16:creationId xmlns:a16="http://schemas.microsoft.com/office/drawing/2014/main" id="{8D3C70AE-ED85-391E-EC07-C0E8513665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616759" y="8602062"/>
            <a:ext cx="17170292" cy="12149334"/>
          </a:xfrm>
          <a:prstGeom prst="rect">
            <a:avLst/>
          </a:prstGeom>
        </p:spPr>
      </p:pic>
      <p:sp>
        <p:nvSpPr>
          <p:cNvPr id="1129" name="Rechteck: abgerundete Ecken 1128">
            <a:extLst>
              <a:ext uri="{FF2B5EF4-FFF2-40B4-BE49-F238E27FC236}">
                <a16:creationId xmlns:a16="http://schemas.microsoft.com/office/drawing/2014/main" id="{1819E423-144F-6D42-C982-DE8588BB9A45}"/>
              </a:ext>
            </a:extLst>
          </p:cNvPr>
          <p:cNvSpPr/>
          <p:nvPr/>
        </p:nvSpPr>
        <p:spPr>
          <a:xfrm rot="16200000">
            <a:off x="4501966" y="7416342"/>
            <a:ext cx="3421058" cy="29748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solidFill>
                  <a:sysClr val="windowText" lastClr="000000"/>
                </a:solidFill>
              </a:rPr>
              <a:t>ff</a:t>
            </a:r>
          </a:p>
        </p:txBody>
      </p:sp>
      <p:grpSp>
        <p:nvGrpSpPr>
          <p:cNvPr id="72" name="Gruppieren 71">
            <a:extLst>
              <a:ext uri="{FF2B5EF4-FFF2-40B4-BE49-F238E27FC236}">
                <a16:creationId xmlns:a16="http://schemas.microsoft.com/office/drawing/2014/main" id="{5907E3E8-8FC9-4B1E-4B40-D10DF7F96E62}"/>
              </a:ext>
            </a:extLst>
          </p:cNvPr>
          <p:cNvGrpSpPr/>
          <p:nvPr/>
        </p:nvGrpSpPr>
        <p:grpSpPr>
          <a:xfrm>
            <a:off x="3859711" y="6037613"/>
            <a:ext cx="3360742" cy="3200133"/>
            <a:chOff x="3748036" y="2632299"/>
            <a:chExt cx="3135085" cy="3152485"/>
          </a:xfrm>
        </p:grpSpPr>
        <p:cxnSp>
          <p:nvCxnSpPr>
            <p:cNvPr id="62" name="Gerade Verbindung mit Pfeil 61">
              <a:extLst>
                <a:ext uri="{FF2B5EF4-FFF2-40B4-BE49-F238E27FC236}">
                  <a16:creationId xmlns:a16="http://schemas.microsoft.com/office/drawing/2014/main" id="{70BB1366-32FF-AB7C-E178-14C6E2871F39}"/>
                </a:ext>
              </a:extLst>
            </p:cNvPr>
            <p:cNvCxnSpPr>
              <a:cxnSpLocks/>
            </p:cNvCxnSpPr>
            <p:nvPr/>
          </p:nvCxnSpPr>
          <p:spPr>
            <a:xfrm>
              <a:off x="3748036" y="2632299"/>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3" name="Gerade Verbindung mit Pfeil 62">
              <a:extLst>
                <a:ext uri="{FF2B5EF4-FFF2-40B4-BE49-F238E27FC236}">
                  <a16:creationId xmlns:a16="http://schemas.microsoft.com/office/drawing/2014/main" id="{30AFF330-FD70-F651-F4FD-98494C7F0F7D}"/>
                </a:ext>
              </a:extLst>
            </p:cNvPr>
            <p:cNvCxnSpPr>
              <a:cxnSpLocks/>
            </p:cNvCxnSpPr>
            <p:nvPr/>
          </p:nvCxnSpPr>
          <p:spPr>
            <a:xfrm>
              <a:off x="3748036" y="2982575"/>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4" name="Gerade Verbindung mit Pfeil 63">
              <a:extLst>
                <a:ext uri="{FF2B5EF4-FFF2-40B4-BE49-F238E27FC236}">
                  <a16:creationId xmlns:a16="http://schemas.microsoft.com/office/drawing/2014/main" id="{F659164F-E1B1-6631-3356-447500BE575C}"/>
                </a:ext>
              </a:extLst>
            </p:cNvPr>
            <p:cNvCxnSpPr>
              <a:cxnSpLocks/>
            </p:cNvCxnSpPr>
            <p:nvPr/>
          </p:nvCxnSpPr>
          <p:spPr>
            <a:xfrm>
              <a:off x="3748036" y="3332851"/>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5" name="Gerade Verbindung mit Pfeil 64">
              <a:extLst>
                <a:ext uri="{FF2B5EF4-FFF2-40B4-BE49-F238E27FC236}">
                  <a16:creationId xmlns:a16="http://schemas.microsoft.com/office/drawing/2014/main" id="{08E4A199-A0EB-DD63-F872-4D72C0D51404}"/>
                </a:ext>
              </a:extLst>
            </p:cNvPr>
            <p:cNvCxnSpPr>
              <a:cxnSpLocks/>
            </p:cNvCxnSpPr>
            <p:nvPr/>
          </p:nvCxnSpPr>
          <p:spPr>
            <a:xfrm>
              <a:off x="3748036" y="3683127"/>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6" name="Gerade Verbindung mit Pfeil 65">
              <a:extLst>
                <a:ext uri="{FF2B5EF4-FFF2-40B4-BE49-F238E27FC236}">
                  <a16:creationId xmlns:a16="http://schemas.microsoft.com/office/drawing/2014/main" id="{95931431-2395-2F97-1727-3E52E4817641}"/>
                </a:ext>
              </a:extLst>
            </p:cNvPr>
            <p:cNvCxnSpPr>
              <a:cxnSpLocks/>
            </p:cNvCxnSpPr>
            <p:nvPr/>
          </p:nvCxnSpPr>
          <p:spPr>
            <a:xfrm>
              <a:off x="3748036" y="4033403"/>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7" name="Gerade Verbindung mit Pfeil 66">
              <a:extLst>
                <a:ext uri="{FF2B5EF4-FFF2-40B4-BE49-F238E27FC236}">
                  <a16:creationId xmlns:a16="http://schemas.microsoft.com/office/drawing/2014/main" id="{FD26C099-4F57-843B-678B-E366B319BB00}"/>
                </a:ext>
              </a:extLst>
            </p:cNvPr>
            <p:cNvCxnSpPr>
              <a:cxnSpLocks/>
            </p:cNvCxnSpPr>
            <p:nvPr/>
          </p:nvCxnSpPr>
          <p:spPr>
            <a:xfrm>
              <a:off x="3748036" y="4383679"/>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8" name="Gerade Verbindung mit Pfeil 67">
              <a:extLst>
                <a:ext uri="{FF2B5EF4-FFF2-40B4-BE49-F238E27FC236}">
                  <a16:creationId xmlns:a16="http://schemas.microsoft.com/office/drawing/2014/main" id="{F526B605-D468-207F-681B-6C83FA5CA563}"/>
                </a:ext>
              </a:extLst>
            </p:cNvPr>
            <p:cNvCxnSpPr>
              <a:cxnSpLocks/>
            </p:cNvCxnSpPr>
            <p:nvPr/>
          </p:nvCxnSpPr>
          <p:spPr>
            <a:xfrm>
              <a:off x="3748036" y="4733955"/>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69" name="Gerade Verbindung mit Pfeil 68">
              <a:extLst>
                <a:ext uri="{FF2B5EF4-FFF2-40B4-BE49-F238E27FC236}">
                  <a16:creationId xmlns:a16="http://schemas.microsoft.com/office/drawing/2014/main" id="{BC867329-40AC-2222-3989-14BF70EF9956}"/>
                </a:ext>
              </a:extLst>
            </p:cNvPr>
            <p:cNvCxnSpPr>
              <a:cxnSpLocks/>
            </p:cNvCxnSpPr>
            <p:nvPr/>
          </p:nvCxnSpPr>
          <p:spPr>
            <a:xfrm>
              <a:off x="3748036" y="5084231"/>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70" name="Gerade Verbindung mit Pfeil 69">
              <a:extLst>
                <a:ext uri="{FF2B5EF4-FFF2-40B4-BE49-F238E27FC236}">
                  <a16:creationId xmlns:a16="http://schemas.microsoft.com/office/drawing/2014/main" id="{3D22F03F-6F0F-D4FE-43C8-15E1DC0B6147}"/>
                </a:ext>
              </a:extLst>
            </p:cNvPr>
            <p:cNvCxnSpPr>
              <a:cxnSpLocks/>
            </p:cNvCxnSpPr>
            <p:nvPr/>
          </p:nvCxnSpPr>
          <p:spPr>
            <a:xfrm>
              <a:off x="3748036" y="5434507"/>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cxnSp>
          <p:nvCxnSpPr>
            <p:cNvPr id="71" name="Gerade Verbindung mit Pfeil 70">
              <a:extLst>
                <a:ext uri="{FF2B5EF4-FFF2-40B4-BE49-F238E27FC236}">
                  <a16:creationId xmlns:a16="http://schemas.microsoft.com/office/drawing/2014/main" id="{CD59814D-DC45-B451-9B65-C68C71D8D7A8}"/>
                </a:ext>
              </a:extLst>
            </p:cNvPr>
            <p:cNvCxnSpPr>
              <a:cxnSpLocks/>
            </p:cNvCxnSpPr>
            <p:nvPr/>
          </p:nvCxnSpPr>
          <p:spPr>
            <a:xfrm>
              <a:off x="3748036" y="5784784"/>
              <a:ext cx="3135085" cy="0"/>
            </a:xfrm>
            <a:prstGeom prst="straightConnector1">
              <a:avLst/>
            </a:prstGeom>
            <a:ln>
              <a:solidFill>
                <a:schemeClr val="bg1">
                  <a:lumMod val="75000"/>
                </a:schemeClr>
              </a:solidFill>
              <a:tailEnd type="triangle"/>
            </a:ln>
          </p:spPr>
          <p:style>
            <a:lnRef idx="2">
              <a:schemeClr val="dk1"/>
            </a:lnRef>
            <a:fillRef idx="0">
              <a:schemeClr val="dk1"/>
            </a:fillRef>
            <a:effectRef idx="1">
              <a:schemeClr val="dk1"/>
            </a:effectRef>
            <a:fontRef idx="minor">
              <a:schemeClr val="tx1"/>
            </a:fontRef>
          </p:style>
        </p:cxnSp>
      </p:grpSp>
      <p:sp>
        <p:nvSpPr>
          <p:cNvPr id="1756" name="Rechteck: abgerundete Ecken 1755">
            <a:extLst>
              <a:ext uri="{FF2B5EF4-FFF2-40B4-BE49-F238E27FC236}">
                <a16:creationId xmlns:a16="http://schemas.microsoft.com/office/drawing/2014/main" id="{791753B0-B7E8-612F-BE39-216C184BADEF}"/>
              </a:ext>
            </a:extLst>
          </p:cNvPr>
          <p:cNvSpPr/>
          <p:nvPr/>
        </p:nvSpPr>
        <p:spPr>
          <a:xfrm>
            <a:off x="5542972" y="9207835"/>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57" name="Picture 6">
            <a:extLst>
              <a:ext uri="{FF2B5EF4-FFF2-40B4-BE49-F238E27FC236}">
                <a16:creationId xmlns:a16="http://schemas.microsoft.com/office/drawing/2014/main" id="{2851AC5E-C2FB-01DB-9998-C4EA343036A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705576" y="9209429"/>
            <a:ext cx="123912" cy="123912"/>
          </a:xfrm>
          <a:prstGeom prst="rect">
            <a:avLst/>
          </a:prstGeom>
        </p:spPr>
      </p:pic>
      <p:grpSp>
        <p:nvGrpSpPr>
          <p:cNvPr id="1755" name="Gruppieren 1754">
            <a:extLst>
              <a:ext uri="{FF2B5EF4-FFF2-40B4-BE49-F238E27FC236}">
                <a16:creationId xmlns:a16="http://schemas.microsoft.com/office/drawing/2014/main" id="{B8E56CFA-223A-F855-E5DB-9E59D74C4BDD}"/>
              </a:ext>
            </a:extLst>
          </p:cNvPr>
          <p:cNvGrpSpPr/>
          <p:nvPr/>
        </p:nvGrpSpPr>
        <p:grpSpPr>
          <a:xfrm>
            <a:off x="4151518" y="6100426"/>
            <a:ext cx="2294598" cy="3283884"/>
            <a:chOff x="8431001" y="1438864"/>
            <a:chExt cx="2294598" cy="3283884"/>
          </a:xfrm>
        </p:grpSpPr>
        <p:grpSp>
          <p:nvGrpSpPr>
            <p:cNvPr id="734" name="Gruppieren 733">
              <a:extLst>
                <a:ext uri="{FF2B5EF4-FFF2-40B4-BE49-F238E27FC236}">
                  <a16:creationId xmlns:a16="http://schemas.microsoft.com/office/drawing/2014/main" id="{217C37AE-410D-9F54-4145-FFD60797ABD9}"/>
                </a:ext>
              </a:extLst>
            </p:cNvPr>
            <p:cNvGrpSpPr/>
            <p:nvPr/>
          </p:nvGrpSpPr>
          <p:grpSpPr>
            <a:xfrm>
              <a:off x="10428115" y="2128714"/>
              <a:ext cx="297484" cy="137286"/>
              <a:chOff x="1745981" y="6366497"/>
              <a:chExt cx="297484" cy="137286"/>
            </a:xfrm>
          </p:grpSpPr>
          <p:sp>
            <p:nvSpPr>
              <p:cNvPr id="756" name="Rechteck: abgerundete Ecken 755">
                <a:extLst>
                  <a:ext uri="{FF2B5EF4-FFF2-40B4-BE49-F238E27FC236}">
                    <a16:creationId xmlns:a16="http://schemas.microsoft.com/office/drawing/2014/main" id="{82125091-ED17-0C66-863A-C400D242175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57" name="Picture 6">
                <a:extLst>
                  <a:ext uri="{FF2B5EF4-FFF2-40B4-BE49-F238E27FC236}">
                    <a16:creationId xmlns:a16="http://schemas.microsoft.com/office/drawing/2014/main" id="{E382CB74-B9F7-F6E1-39BE-3F8152B7CCE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35" name="Gruppieren 734">
              <a:extLst>
                <a:ext uri="{FF2B5EF4-FFF2-40B4-BE49-F238E27FC236}">
                  <a16:creationId xmlns:a16="http://schemas.microsoft.com/office/drawing/2014/main" id="{A6D3425A-1EB4-7C94-245F-135F2383F7B5}"/>
                </a:ext>
              </a:extLst>
            </p:cNvPr>
            <p:cNvGrpSpPr/>
            <p:nvPr/>
          </p:nvGrpSpPr>
          <p:grpSpPr>
            <a:xfrm>
              <a:off x="10428115" y="2479678"/>
              <a:ext cx="297484" cy="137286"/>
              <a:chOff x="1745981" y="6366497"/>
              <a:chExt cx="297484" cy="137286"/>
            </a:xfrm>
          </p:grpSpPr>
          <p:sp>
            <p:nvSpPr>
              <p:cNvPr id="754" name="Rechteck: abgerundete Ecken 753">
                <a:extLst>
                  <a:ext uri="{FF2B5EF4-FFF2-40B4-BE49-F238E27FC236}">
                    <a16:creationId xmlns:a16="http://schemas.microsoft.com/office/drawing/2014/main" id="{560869F9-A443-6169-D03F-AFF01D2E40BF}"/>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55" name="Picture 6">
                <a:extLst>
                  <a:ext uri="{FF2B5EF4-FFF2-40B4-BE49-F238E27FC236}">
                    <a16:creationId xmlns:a16="http://schemas.microsoft.com/office/drawing/2014/main" id="{F126BEF0-C648-2F8C-891B-8784B16783E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36" name="Gruppieren 735">
              <a:extLst>
                <a:ext uri="{FF2B5EF4-FFF2-40B4-BE49-F238E27FC236}">
                  <a16:creationId xmlns:a16="http://schemas.microsoft.com/office/drawing/2014/main" id="{79399002-689B-928A-C51A-FEFA1BF094AA}"/>
                </a:ext>
              </a:extLst>
            </p:cNvPr>
            <p:cNvGrpSpPr/>
            <p:nvPr/>
          </p:nvGrpSpPr>
          <p:grpSpPr>
            <a:xfrm>
              <a:off x="10428115" y="2830642"/>
              <a:ext cx="297484" cy="137286"/>
              <a:chOff x="1745981" y="6366497"/>
              <a:chExt cx="297484" cy="137286"/>
            </a:xfrm>
          </p:grpSpPr>
          <p:sp>
            <p:nvSpPr>
              <p:cNvPr id="752" name="Rechteck: abgerundete Ecken 751">
                <a:extLst>
                  <a:ext uri="{FF2B5EF4-FFF2-40B4-BE49-F238E27FC236}">
                    <a16:creationId xmlns:a16="http://schemas.microsoft.com/office/drawing/2014/main" id="{3FC40BD5-1298-C384-4F95-8EBB98724C90}"/>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53" name="Picture 6">
                <a:extLst>
                  <a:ext uri="{FF2B5EF4-FFF2-40B4-BE49-F238E27FC236}">
                    <a16:creationId xmlns:a16="http://schemas.microsoft.com/office/drawing/2014/main" id="{7CC628DF-40EF-F52B-BDE8-704826942A0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37" name="Gruppieren 736">
              <a:extLst>
                <a:ext uri="{FF2B5EF4-FFF2-40B4-BE49-F238E27FC236}">
                  <a16:creationId xmlns:a16="http://schemas.microsoft.com/office/drawing/2014/main" id="{21405182-2A23-4C85-A30A-DDE72B880DA4}"/>
                </a:ext>
              </a:extLst>
            </p:cNvPr>
            <p:cNvGrpSpPr/>
            <p:nvPr/>
          </p:nvGrpSpPr>
          <p:grpSpPr>
            <a:xfrm>
              <a:off x="10428115" y="3181606"/>
              <a:ext cx="297484" cy="137286"/>
              <a:chOff x="1745981" y="6366497"/>
              <a:chExt cx="297484" cy="137286"/>
            </a:xfrm>
          </p:grpSpPr>
          <p:sp>
            <p:nvSpPr>
              <p:cNvPr id="750" name="Rechteck: abgerundete Ecken 749">
                <a:extLst>
                  <a:ext uri="{FF2B5EF4-FFF2-40B4-BE49-F238E27FC236}">
                    <a16:creationId xmlns:a16="http://schemas.microsoft.com/office/drawing/2014/main" id="{647DD37A-F714-BDD2-D2EF-F9C69BD43E4F}"/>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51" name="Picture 6">
                <a:extLst>
                  <a:ext uri="{FF2B5EF4-FFF2-40B4-BE49-F238E27FC236}">
                    <a16:creationId xmlns:a16="http://schemas.microsoft.com/office/drawing/2014/main" id="{8F4B86E5-15E4-E076-6205-908B294D2C7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38" name="Gruppieren 737">
              <a:extLst>
                <a:ext uri="{FF2B5EF4-FFF2-40B4-BE49-F238E27FC236}">
                  <a16:creationId xmlns:a16="http://schemas.microsoft.com/office/drawing/2014/main" id="{8971B32D-91C5-43FB-DA88-21B6A3D91118}"/>
                </a:ext>
              </a:extLst>
            </p:cNvPr>
            <p:cNvGrpSpPr/>
            <p:nvPr/>
          </p:nvGrpSpPr>
          <p:grpSpPr>
            <a:xfrm>
              <a:off x="10428115" y="3532570"/>
              <a:ext cx="297484" cy="137286"/>
              <a:chOff x="1745981" y="6366497"/>
              <a:chExt cx="297484" cy="137286"/>
            </a:xfrm>
          </p:grpSpPr>
          <p:sp>
            <p:nvSpPr>
              <p:cNvPr id="748" name="Rechteck: abgerundete Ecken 747">
                <a:extLst>
                  <a:ext uri="{FF2B5EF4-FFF2-40B4-BE49-F238E27FC236}">
                    <a16:creationId xmlns:a16="http://schemas.microsoft.com/office/drawing/2014/main" id="{7AEE460C-65C3-6C12-1583-F931606E138B}"/>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49" name="Picture 6">
                <a:extLst>
                  <a:ext uri="{FF2B5EF4-FFF2-40B4-BE49-F238E27FC236}">
                    <a16:creationId xmlns:a16="http://schemas.microsoft.com/office/drawing/2014/main" id="{09253EB7-5F10-C53F-D655-1D3C3D574F4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39" name="Gruppieren 738">
              <a:extLst>
                <a:ext uri="{FF2B5EF4-FFF2-40B4-BE49-F238E27FC236}">
                  <a16:creationId xmlns:a16="http://schemas.microsoft.com/office/drawing/2014/main" id="{62F063F7-AFB9-4E0F-A280-DA65668032DD}"/>
                </a:ext>
              </a:extLst>
            </p:cNvPr>
            <p:cNvGrpSpPr/>
            <p:nvPr/>
          </p:nvGrpSpPr>
          <p:grpSpPr>
            <a:xfrm>
              <a:off x="10428115" y="3883534"/>
              <a:ext cx="297484" cy="137286"/>
              <a:chOff x="1745981" y="6366497"/>
              <a:chExt cx="297484" cy="137286"/>
            </a:xfrm>
          </p:grpSpPr>
          <p:sp>
            <p:nvSpPr>
              <p:cNvPr id="746" name="Rechteck: abgerundete Ecken 745">
                <a:extLst>
                  <a:ext uri="{FF2B5EF4-FFF2-40B4-BE49-F238E27FC236}">
                    <a16:creationId xmlns:a16="http://schemas.microsoft.com/office/drawing/2014/main" id="{CB682BC2-3EE9-252E-A4F3-4D2283368602}"/>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47" name="Picture 6">
                <a:extLst>
                  <a:ext uri="{FF2B5EF4-FFF2-40B4-BE49-F238E27FC236}">
                    <a16:creationId xmlns:a16="http://schemas.microsoft.com/office/drawing/2014/main" id="{CAE840B0-1532-E28B-4082-AAED57640D5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40" name="Gruppieren 739">
              <a:extLst>
                <a:ext uri="{FF2B5EF4-FFF2-40B4-BE49-F238E27FC236}">
                  <a16:creationId xmlns:a16="http://schemas.microsoft.com/office/drawing/2014/main" id="{54FFE633-5E53-F43D-1A6E-666AE1E37D7D}"/>
                </a:ext>
              </a:extLst>
            </p:cNvPr>
            <p:cNvGrpSpPr/>
            <p:nvPr/>
          </p:nvGrpSpPr>
          <p:grpSpPr>
            <a:xfrm>
              <a:off x="10428115" y="4234498"/>
              <a:ext cx="297484" cy="137286"/>
              <a:chOff x="1745981" y="6366497"/>
              <a:chExt cx="297484" cy="137286"/>
            </a:xfrm>
          </p:grpSpPr>
          <p:sp>
            <p:nvSpPr>
              <p:cNvPr id="744" name="Rechteck: abgerundete Ecken 743">
                <a:extLst>
                  <a:ext uri="{FF2B5EF4-FFF2-40B4-BE49-F238E27FC236}">
                    <a16:creationId xmlns:a16="http://schemas.microsoft.com/office/drawing/2014/main" id="{A445167E-DD0C-20FA-34A7-83613ECBA3CE}"/>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45" name="Picture 6">
                <a:extLst>
                  <a:ext uri="{FF2B5EF4-FFF2-40B4-BE49-F238E27FC236}">
                    <a16:creationId xmlns:a16="http://schemas.microsoft.com/office/drawing/2014/main" id="{FB9D630A-F25A-56FB-746B-29C82C7757A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741" name="Gruppieren 740">
              <a:extLst>
                <a:ext uri="{FF2B5EF4-FFF2-40B4-BE49-F238E27FC236}">
                  <a16:creationId xmlns:a16="http://schemas.microsoft.com/office/drawing/2014/main" id="{0CE09D54-629A-16CC-E1D2-46F2B922D14D}"/>
                </a:ext>
              </a:extLst>
            </p:cNvPr>
            <p:cNvGrpSpPr/>
            <p:nvPr/>
          </p:nvGrpSpPr>
          <p:grpSpPr>
            <a:xfrm>
              <a:off x="10428115" y="4585462"/>
              <a:ext cx="297484" cy="137286"/>
              <a:chOff x="1745981" y="6366497"/>
              <a:chExt cx="297484" cy="137286"/>
            </a:xfrm>
          </p:grpSpPr>
          <p:sp>
            <p:nvSpPr>
              <p:cNvPr id="742" name="Rechteck: abgerundete Ecken 741">
                <a:extLst>
                  <a:ext uri="{FF2B5EF4-FFF2-40B4-BE49-F238E27FC236}">
                    <a16:creationId xmlns:a16="http://schemas.microsoft.com/office/drawing/2014/main" id="{0746C1ED-484B-A888-8370-D03351EFE40D}"/>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43" name="Picture 6">
                <a:extLst>
                  <a:ext uri="{FF2B5EF4-FFF2-40B4-BE49-F238E27FC236}">
                    <a16:creationId xmlns:a16="http://schemas.microsoft.com/office/drawing/2014/main" id="{04B9DEBA-A7C1-C673-1B60-AF4A0FF65C2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54" name="Gruppieren 1653">
              <a:extLst>
                <a:ext uri="{FF2B5EF4-FFF2-40B4-BE49-F238E27FC236}">
                  <a16:creationId xmlns:a16="http://schemas.microsoft.com/office/drawing/2014/main" id="{ADDC3196-C2D9-FD96-5648-C38992D755E3}"/>
                </a:ext>
              </a:extLst>
            </p:cNvPr>
            <p:cNvGrpSpPr/>
            <p:nvPr/>
          </p:nvGrpSpPr>
          <p:grpSpPr>
            <a:xfrm>
              <a:off x="8457293" y="1445412"/>
              <a:ext cx="297484" cy="137286"/>
              <a:chOff x="1745981" y="6366497"/>
              <a:chExt cx="297484" cy="137286"/>
            </a:xfrm>
          </p:grpSpPr>
          <p:sp>
            <p:nvSpPr>
              <p:cNvPr id="1682" name="Rechteck: abgerundete Ecken 1681">
                <a:extLst>
                  <a:ext uri="{FF2B5EF4-FFF2-40B4-BE49-F238E27FC236}">
                    <a16:creationId xmlns:a16="http://schemas.microsoft.com/office/drawing/2014/main" id="{9092267F-0CEB-1EA8-67C3-7E7046A6579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683" name="Picture 6">
                <a:extLst>
                  <a:ext uri="{FF2B5EF4-FFF2-40B4-BE49-F238E27FC236}">
                    <a16:creationId xmlns:a16="http://schemas.microsoft.com/office/drawing/2014/main" id="{D0102FE4-5543-CCB9-2D93-262639A03EC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55" name="Gruppieren 1654">
              <a:extLst>
                <a:ext uri="{FF2B5EF4-FFF2-40B4-BE49-F238E27FC236}">
                  <a16:creationId xmlns:a16="http://schemas.microsoft.com/office/drawing/2014/main" id="{EDC1B65D-1263-6807-0AD5-5C9C75CEC746}"/>
                </a:ext>
              </a:extLst>
            </p:cNvPr>
            <p:cNvGrpSpPr/>
            <p:nvPr/>
          </p:nvGrpSpPr>
          <p:grpSpPr>
            <a:xfrm>
              <a:off x="8457293" y="1796376"/>
              <a:ext cx="297484" cy="137286"/>
              <a:chOff x="1745981" y="6366497"/>
              <a:chExt cx="297484" cy="137286"/>
            </a:xfrm>
          </p:grpSpPr>
          <p:sp>
            <p:nvSpPr>
              <p:cNvPr id="1680" name="Rechteck: abgerundete Ecken 1679">
                <a:extLst>
                  <a:ext uri="{FF2B5EF4-FFF2-40B4-BE49-F238E27FC236}">
                    <a16:creationId xmlns:a16="http://schemas.microsoft.com/office/drawing/2014/main" id="{64E0205F-31F4-658F-1A25-161FE4857FD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681" name="Picture 6">
                <a:extLst>
                  <a:ext uri="{FF2B5EF4-FFF2-40B4-BE49-F238E27FC236}">
                    <a16:creationId xmlns:a16="http://schemas.microsoft.com/office/drawing/2014/main" id="{D2EADF33-71B8-A5D9-33CC-9FDEA2DC9C68}"/>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56" name="Gruppieren 1655">
              <a:extLst>
                <a:ext uri="{FF2B5EF4-FFF2-40B4-BE49-F238E27FC236}">
                  <a16:creationId xmlns:a16="http://schemas.microsoft.com/office/drawing/2014/main" id="{9DE019C6-F0BE-03C4-B166-099180F002B4}"/>
                </a:ext>
              </a:extLst>
            </p:cNvPr>
            <p:cNvGrpSpPr/>
            <p:nvPr/>
          </p:nvGrpSpPr>
          <p:grpSpPr>
            <a:xfrm>
              <a:off x="8431001" y="2147340"/>
              <a:ext cx="1005102" cy="2557620"/>
              <a:chOff x="1719689" y="6366497"/>
              <a:chExt cx="1005102" cy="2557620"/>
            </a:xfrm>
          </p:grpSpPr>
          <p:sp>
            <p:nvSpPr>
              <p:cNvPr id="1678" name="Rechteck: abgerundete Ecken 1677">
                <a:extLst>
                  <a:ext uri="{FF2B5EF4-FFF2-40B4-BE49-F238E27FC236}">
                    <a16:creationId xmlns:a16="http://schemas.microsoft.com/office/drawing/2014/main" id="{22F38188-B42A-26DA-CA18-80539BF68D5B}"/>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679" name="Picture 6">
                <a:extLst>
                  <a:ext uri="{FF2B5EF4-FFF2-40B4-BE49-F238E27FC236}">
                    <a16:creationId xmlns:a16="http://schemas.microsoft.com/office/drawing/2014/main" id="{B389653B-45F6-6C13-A020-BA132D3E990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sp>
            <p:nvSpPr>
              <p:cNvPr id="226" name="Rechteck: abgerundete Ecken 1677">
                <a:extLst>
                  <a:ext uri="{FF2B5EF4-FFF2-40B4-BE49-F238E27FC236}">
                    <a16:creationId xmlns:a16="http://schemas.microsoft.com/office/drawing/2014/main" id="{C9E1C10D-5DB9-E663-723C-C1FA842EEFD0}"/>
                  </a:ext>
                </a:extLst>
              </p:cNvPr>
              <p:cNvSpPr/>
              <p:nvPr/>
            </p:nvSpPr>
            <p:spPr>
              <a:xfrm>
                <a:off x="1742225" y="6712259"/>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27" name="Picture 6">
                <a:extLst>
                  <a:ext uri="{FF2B5EF4-FFF2-40B4-BE49-F238E27FC236}">
                    <a16:creationId xmlns:a16="http://schemas.microsoft.com/office/drawing/2014/main" id="{4AA76C99-9DF2-BB52-11FA-CC36BF129FD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4829" y="6713853"/>
                <a:ext cx="123912" cy="123912"/>
              </a:xfrm>
              <a:prstGeom prst="rect">
                <a:avLst/>
              </a:prstGeom>
            </p:spPr>
          </p:pic>
          <p:sp>
            <p:nvSpPr>
              <p:cNvPr id="228" name="Rechteck: abgerundete Ecken 1677">
                <a:extLst>
                  <a:ext uri="{FF2B5EF4-FFF2-40B4-BE49-F238E27FC236}">
                    <a16:creationId xmlns:a16="http://schemas.microsoft.com/office/drawing/2014/main" id="{505B8305-818D-EAF4-843A-F64140CF02BD}"/>
                  </a:ext>
                </a:extLst>
              </p:cNvPr>
              <p:cNvSpPr/>
              <p:nvPr/>
            </p:nvSpPr>
            <p:spPr>
              <a:xfrm>
                <a:off x="1738469" y="7058021"/>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29" name="Picture 6">
                <a:extLst>
                  <a:ext uri="{FF2B5EF4-FFF2-40B4-BE49-F238E27FC236}">
                    <a16:creationId xmlns:a16="http://schemas.microsoft.com/office/drawing/2014/main" id="{A62CC4F8-7C38-B2DC-B1CC-21062E09C9D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1073" y="7059615"/>
                <a:ext cx="123912" cy="123912"/>
              </a:xfrm>
              <a:prstGeom prst="rect">
                <a:avLst/>
              </a:prstGeom>
            </p:spPr>
          </p:pic>
          <p:sp>
            <p:nvSpPr>
              <p:cNvPr id="230" name="Rechteck: abgerundete Ecken 1677">
                <a:extLst>
                  <a:ext uri="{FF2B5EF4-FFF2-40B4-BE49-F238E27FC236}">
                    <a16:creationId xmlns:a16="http://schemas.microsoft.com/office/drawing/2014/main" id="{CBF2B245-1B63-B02C-6DD9-E958B3C53F8B}"/>
                  </a:ext>
                </a:extLst>
              </p:cNvPr>
              <p:cNvSpPr/>
              <p:nvPr/>
            </p:nvSpPr>
            <p:spPr>
              <a:xfrm>
                <a:off x="1734713" y="7403783"/>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31" name="Picture 6">
                <a:extLst>
                  <a:ext uri="{FF2B5EF4-FFF2-40B4-BE49-F238E27FC236}">
                    <a16:creationId xmlns:a16="http://schemas.microsoft.com/office/drawing/2014/main" id="{A7E31702-C4F0-D86C-6487-34D0667711EF}"/>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97317" y="7405377"/>
                <a:ext cx="123912" cy="123912"/>
              </a:xfrm>
              <a:prstGeom prst="rect">
                <a:avLst/>
              </a:prstGeom>
            </p:spPr>
          </p:pic>
          <p:sp>
            <p:nvSpPr>
              <p:cNvPr id="232" name="Rechteck: abgerundete Ecken 1677">
                <a:extLst>
                  <a:ext uri="{FF2B5EF4-FFF2-40B4-BE49-F238E27FC236}">
                    <a16:creationId xmlns:a16="http://schemas.microsoft.com/office/drawing/2014/main" id="{A9A06965-BDC9-2CCB-23DA-50E1EE95D6EC}"/>
                  </a:ext>
                </a:extLst>
              </p:cNvPr>
              <p:cNvSpPr/>
              <p:nvPr/>
            </p:nvSpPr>
            <p:spPr>
              <a:xfrm>
                <a:off x="1730957" y="7749545"/>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33" name="Picture 6">
                <a:extLst>
                  <a:ext uri="{FF2B5EF4-FFF2-40B4-BE49-F238E27FC236}">
                    <a16:creationId xmlns:a16="http://schemas.microsoft.com/office/drawing/2014/main" id="{C6E29FA5-514C-579E-6B3A-045DB1A45C6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93561" y="7751139"/>
                <a:ext cx="123912" cy="123912"/>
              </a:xfrm>
              <a:prstGeom prst="rect">
                <a:avLst/>
              </a:prstGeom>
            </p:spPr>
          </p:pic>
          <p:sp>
            <p:nvSpPr>
              <p:cNvPr id="234" name="Rechteck: abgerundete Ecken 1677">
                <a:extLst>
                  <a:ext uri="{FF2B5EF4-FFF2-40B4-BE49-F238E27FC236}">
                    <a16:creationId xmlns:a16="http://schemas.microsoft.com/office/drawing/2014/main" id="{E0216553-BFBE-6588-99CF-87F5078A1BB5}"/>
                  </a:ext>
                </a:extLst>
              </p:cNvPr>
              <p:cNvSpPr/>
              <p:nvPr/>
            </p:nvSpPr>
            <p:spPr>
              <a:xfrm>
                <a:off x="1727201" y="809530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35" name="Picture 6">
                <a:extLst>
                  <a:ext uri="{FF2B5EF4-FFF2-40B4-BE49-F238E27FC236}">
                    <a16:creationId xmlns:a16="http://schemas.microsoft.com/office/drawing/2014/main" id="{5F2A9161-07D7-62EB-93A9-28678B8DDF3E}"/>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89805" y="8096901"/>
                <a:ext cx="123912" cy="123912"/>
              </a:xfrm>
              <a:prstGeom prst="rect">
                <a:avLst/>
              </a:prstGeom>
            </p:spPr>
          </p:pic>
          <p:sp>
            <p:nvSpPr>
              <p:cNvPr id="239" name="Rechteck: abgerundete Ecken 1677">
                <a:extLst>
                  <a:ext uri="{FF2B5EF4-FFF2-40B4-BE49-F238E27FC236}">
                    <a16:creationId xmlns:a16="http://schemas.microsoft.com/office/drawing/2014/main" id="{C0BE50CC-3990-4DD1-F7B9-E76444F3F24A}"/>
                  </a:ext>
                </a:extLst>
              </p:cNvPr>
              <p:cNvSpPr/>
              <p:nvPr/>
            </p:nvSpPr>
            <p:spPr>
              <a:xfrm>
                <a:off x="1723445" y="8441069"/>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40" name="Picture 6">
                <a:extLst>
                  <a:ext uri="{FF2B5EF4-FFF2-40B4-BE49-F238E27FC236}">
                    <a16:creationId xmlns:a16="http://schemas.microsoft.com/office/drawing/2014/main" id="{71B550D6-E364-2461-D78B-E757ED61EBD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86049" y="8442663"/>
                <a:ext cx="123912" cy="123912"/>
              </a:xfrm>
              <a:prstGeom prst="rect">
                <a:avLst/>
              </a:prstGeom>
            </p:spPr>
          </p:pic>
          <p:sp>
            <p:nvSpPr>
              <p:cNvPr id="241" name="Rechteck: abgerundete Ecken 1677">
                <a:extLst>
                  <a:ext uri="{FF2B5EF4-FFF2-40B4-BE49-F238E27FC236}">
                    <a16:creationId xmlns:a16="http://schemas.microsoft.com/office/drawing/2014/main" id="{57EF77F5-23EC-F448-A0E6-98396FEA7BB4}"/>
                  </a:ext>
                </a:extLst>
              </p:cNvPr>
              <p:cNvSpPr/>
              <p:nvPr/>
            </p:nvSpPr>
            <p:spPr>
              <a:xfrm>
                <a:off x="1719689" y="8786831"/>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42" name="Picture 6">
                <a:extLst>
                  <a:ext uri="{FF2B5EF4-FFF2-40B4-BE49-F238E27FC236}">
                    <a16:creationId xmlns:a16="http://schemas.microsoft.com/office/drawing/2014/main" id="{5B7221F7-3395-24EC-9DFE-01EE649ECF7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882293" y="8788425"/>
                <a:ext cx="123912" cy="123912"/>
              </a:xfrm>
              <a:prstGeom prst="rect">
                <a:avLst/>
              </a:prstGeom>
            </p:spPr>
          </p:pic>
          <p:sp>
            <p:nvSpPr>
              <p:cNvPr id="244" name="Rechteck: abgerundete Ecken 1677">
                <a:extLst>
                  <a:ext uri="{FF2B5EF4-FFF2-40B4-BE49-F238E27FC236}">
                    <a16:creationId xmlns:a16="http://schemas.microsoft.com/office/drawing/2014/main" id="{A01D1BB2-C7D8-3F73-8A1D-FA71908678DA}"/>
                  </a:ext>
                </a:extLst>
              </p:cNvPr>
              <p:cNvSpPr/>
              <p:nvPr/>
            </p:nvSpPr>
            <p:spPr>
              <a:xfrm>
                <a:off x="2427307" y="8784429"/>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45" name="Picture 6">
                <a:extLst>
                  <a:ext uri="{FF2B5EF4-FFF2-40B4-BE49-F238E27FC236}">
                    <a16:creationId xmlns:a16="http://schemas.microsoft.com/office/drawing/2014/main" id="{388EA96F-777B-FD4C-20B0-5DCC39E4795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589911" y="8786023"/>
                <a:ext cx="123912" cy="123912"/>
              </a:xfrm>
              <a:prstGeom prst="rect">
                <a:avLst/>
              </a:prstGeom>
            </p:spPr>
          </p:pic>
        </p:grpSp>
        <p:grpSp>
          <p:nvGrpSpPr>
            <p:cNvPr id="1688" name="Gruppieren 1687">
              <a:extLst>
                <a:ext uri="{FF2B5EF4-FFF2-40B4-BE49-F238E27FC236}">
                  <a16:creationId xmlns:a16="http://schemas.microsoft.com/office/drawing/2014/main" id="{61D8E6DA-F451-5DEA-0381-3923A157F9E4}"/>
                </a:ext>
              </a:extLst>
            </p:cNvPr>
            <p:cNvGrpSpPr/>
            <p:nvPr/>
          </p:nvGrpSpPr>
          <p:grpSpPr>
            <a:xfrm>
              <a:off x="9139021" y="1438864"/>
              <a:ext cx="297484" cy="137286"/>
              <a:chOff x="1745981" y="6366497"/>
              <a:chExt cx="297484" cy="137286"/>
            </a:xfrm>
          </p:grpSpPr>
          <p:sp>
            <p:nvSpPr>
              <p:cNvPr id="1716" name="Rechteck: abgerundete Ecken 1715">
                <a:extLst>
                  <a:ext uri="{FF2B5EF4-FFF2-40B4-BE49-F238E27FC236}">
                    <a16:creationId xmlns:a16="http://schemas.microsoft.com/office/drawing/2014/main" id="{F95616DB-B505-4E49-5874-CCE7AC363CE6}"/>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17" name="Picture 6">
                <a:extLst>
                  <a:ext uri="{FF2B5EF4-FFF2-40B4-BE49-F238E27FC236}">
                    <a16:creationId xmlns:a16="http://schemas.microsoft.com/office/drawing/2014/main" id="{699F4D77-5BE5-1263-212E-1E468466F13E}"/>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89" name="Gruppieren 1688">
              <a:extLst>
                <a:ext uri="{FF2B5EF4-FFF2-40B4-BE49-F238E27FC236}">
                  <a16:creationId xmlns:a16="http://schemas.microsoft.com/office/drawing/2014/main" id="{BE90C5F9-5FEC-82E1-92FA-A48EA13AD01A}"/>
                </a:ext>
              </a:extLst>
            </p:cNvPr>
            <p:cNvGrpSpPr/>
            <p:nvPr/>
          </p:nvGrpSpPr>
          <p:grpSpPr>
            <a:xfrm>
              <a:off x="9139021" y="1789828"/>
              <a:ext cx="297484" cy="137286"/>
              <a:chOff x="1745981" y="6366497"/>
              <a:chExt cx="297484" cy="137286"/>
            </a:xfrm>
          </p:grpSpPr>
          <p:sp>
            <p:nvSpPr>
              <p:cNvPr id="1714" name="Rechteck: abgerundete Ecken 1713">
                <a:extLst>
                  <a:ext uri="{FF2B5EF4-FFF2-40B4-BE49-F238E27FC236}">
                    <a16:creationId xmlns:a16="http://schemas.microsoft.com/office/drawing/2014/main" id="{4F247684-57B8-1F14-43E5-0BD60DA314AC}"/>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15" name="Picture 6">
                <a:extLst>
                  <a:ext uri="{FF2B5EF4-FFF2-40B4-BE49-F238E27FC236}">
                    <a16:creationId xmlns:a16="http://schemas.microsoft.com/office/drawing/2014/main" id="{372B1DFF-E542-3E59-8481-C6D20A19346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0" name="Gruppieren 1689">
              <a:extLst>
                <a:ext uri="{FF2B5EF4-FFF2-40B4-BE49-F238E27FC236}">
                  <a16:creationId xmlns:a16="http://schemas.microsoft.com/office/drawing/2014/main" id="{A54D75DA-544C-C92B-3653-A1A09C5B18CC}"/>
                </a:ext>
              </a:extLst>
            </p:cNvPr>
            <p:cNvGrpSpPr/>
            <p:nvPr/>
          </p:nvGrpSpPr>
          <p:grpSpPr>
            <a:xfrm>
              <a:off x="9139021" y="2140792"/>
              <a:ext cx="297484" cy="137286"/>
              <a:chOff x="1745981" y="6366497"/>
              <a:chExt cx="297484" cy="137286"/>
            </a:xfrm>
          </p:grpSpPr>
          <p:sp>
            <p:nvSpPr>
              <p:cNvPr id="1712" name="Rechteck: abgerundete Ecken 1711">
                <a:extLst>
                  <a:ext uri="{FF2B5EF4-FFF2-40B4-BE49-F238E27FC236}">
                    <a16:creationId xmlns:a16="http://schemas.microsoft.com/office/drawing/2014/main" id="{28D8F8DE-D47F-2F88-1F9D-9CEAAC7F2FB1}"/>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13" name="Picture 6">
                <a:extLst>
                  <a:ext uri="{FF2B5EF4-FFF2-40B4-BE49-F238E27FC236}">
                    <a16:creationId xmlns:a16="http://schemas.microsoft.com/office/drawing/2014/main" id="{FA569A9A-DB0F-0A81-11BB-3205B0862F48}"/>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1" name="Gruppieren 1690">
              <a:extLst>
                <a:ext uri="{FF2B5EF4-FFF2-40B4-BE49-F238E27FC236}">
                  <a16:creationId xmlns:a16="http://schemas.microsoft.com/office/drawing/2014/main" id="{635F6CD7-6952-CF14-2121-909383C98028}"/>
                </a:ext>
              </a:extLst>
            </p:cNvPr>
            <p:cNvGrpSpPr/>
            <p:nvPr/>
          </p:nvGrpSpPr>
          <p:grpSpPr>
            <a:xfrm>
              <a:off x="9139021" y="2491756"/>
              <a:ext cx="297484" cy="137286"/>
              <a:chOff x="1745981" y="6366497"/>
              <a:chExt cx="297484" cy="137286"/>
            </a:xfrm>
          </p:grpSpPr>
          <p:sp>
            <p:nvSpPr>
              <p:cNvPr id="1710" name="Rechteck: abgerundete Ecken 1709">
                <a:extLst>
                  <a:ext uri="{FF2B5EF4-FFF2-40B4-BE49-F238E27FC236}">
                    <a16:creationId xmlns:a16="http://schemas.microsoft.com/office/drawing/2014/main" id="{05DF0B98-01C8-EA55-895C-57F423CA1A25}"/>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11" name="Picture 6">
                <a:extLst>
                  <a:ext uri="{FF2B5EF4-FFF2-40B4-BE49-F238E27FC236}">
                    <a16:creationId xmlns:a16="http://schemas.microsoft.com/office/drawing/2014/main" id="{8AC10085-74EF-ED67-DCFC-6C47FABB88A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2" name="Gruppieren 1691">
              <a:extLst>
                <a:ext uri="{FF2B5EF4-FFF2-40B4-BE49-F238E27FC236}">
                  <a16:creationId xmlns:a16="http://schemas.microsoft.com/office/drawing/2014/main" id="{082B3984-5EDA-AAE8-E42E-33121ACFC058}"/>
                </a:ext>
              </a:extLst>
            </p:cNvPr>
            <p:cNvGrpSpPr/>
            <p:nvPr/>
          </p:nvGrpSpPr>
          <p:grpSpPr>
            <a:xfrm>
              <a:off x="9139021" y="2842720"/>
              <a:ext cx="297484" cy="137286"/>
              <a:chOff x="1745981" y="6366497"/>
              <a:chExt cx="297484" cy="137286"/>
            </a:xfrm>
          </p:grpSpPr>
          <p:sp>
            <p:nvSpPr>
              <p:cNvPr id="1708" name="Rechteck: abgerundete Ecken 1707">
                <a:extLst>
                  <a:ext uri="{FF2B5EF4-FFF2-40B4-BE49-F238E27FC236}">
                    <a16:creationId xmlns:a16="http://schemas.microsoft.com/office/drawing/2014/main" id="{24E2BB9F-2852-3C38-DBB3-568C8401FE90}"/>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09" name="Picture 6">
                <a:extLst>
                  <a:ext uri="{FF2B5EF4-FFF2-40B4-BE49-F238E27FC236}">
                    <a16:creationId xmlns:a16="http://schemas.microsoft.com/office/drawing/2014/main" id="{7342598E-E82D-2BDD-39E7-36B730780E62}"/>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3" name="Gruppieren 1692">
              <a:extLst>
                <a:ext uri="{FF2B5EF4-FFF2-40B4-BE49-F238E27FC236}">
                  <a16:creationId xmlns:a16="http://schemas.microsoft.com/office/drawing/2014/main" id="{3AA36B50-3752-19DA-F694-C00B433A70CC}"/>
                </a:ext>
              </a:extLst>
            </p:cNvPr>
            <p:cNvGrpSpPr/>
            <p:nvPr/>
          </p:nvGrpSpPr>
          <p:grpSpPr>
            <a:xfrm>
              <a:off x="9139021" y="3193684"/>
              <a:ext cx="297484" cy="137286"/>
              <a:chOff x="1745981" y="6366497"/>
              <a:chExt cx="297484" cy="137286"/>
            </a:xfrm>
          </p:grpSpPr>
          <p:sp>
            <p:nvSpPr>
              <p:cNvPr id="1706" name="Rechteck: abgerundete Ecken 1705">
                <a:extLst>
                  <a:ext uri="{FF2B5EF4-FFF2-40B4-BE49-F238E27FC236}">
                    <a16:creationId xmlns:a16="http://schemas.microsoft.com/office/drawing/2014/main" id="{43514418-95F6-DD50-E60C-5A74A0D7320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07" name="Picture 6">
                <a:extLst>
                  <a:ext uri="{FF2B5EF4-FFF2-40B4-BE49-F238E27FC236}">
                    <a16:creationId xmlns:a16="http://schemas.microsoft.com/office/drawing/2014/main" id="{53D2D113-B34B-DC2A-9394-A700CA700FB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4" name="Gruppieren 1693">
              <a:extLst>
                <a:ext uri="{FF2B5EF4-FFF2-40B4-BE49-F238E27FC236}">
                  <a16:creationId xmlns:a16="http://schemas.microsoft.com/office/drawing/2014/main" id="{45D015B5-F5FC-70F7-6BAB-5F730B03A945}"/>
                </a:ext>
              </a:extLst>
            </p:cNvPr>
            <p:cNvGrpSpPr/>
            <p:nvPr/>
          </p:nvGrpSpPr>
          <p:grpSpPr>
            <a:xfrm>
              <a:off x="9139021" y="3544648"/>
              <a:ext cx="297484" cy="137286"/>
              <a:chOff x="1745981" y="6366497"/>
              <a:chExt cx="297484" cy="137286"/>
            </a:xfrm>
          </p:grpSpPr>
          <p:sp>
            <p:nvSpPr>
              <p:cNvPr id="1704" name="Rechteck: abgerundete Ecken 1703">
                <a:extLst>
                  <a:ext uri="{FF2B5EF4-FFF2-40B4-BE49-F238E27FC236}">
                    <a16:creationId xmlns:a16="http://schemas.microsoft.com/office/drawing/2014/main" id="{20E7BB05-4AD5-0D68-8C05-0B4D67BE9DE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05" name="Picture 6">
                <a:extLst>
                  <a:ext uri="{FF2B5EF4-FFF2-40B4-BE49-F238E27FC236}">
                    <a16:creationId xmlns:a16="http://schemas.microsoft.com/office/drawing/2014/main" id="{29A69EB7-EDE4-9A72-7C8E-5722F18C8C6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5" name="Gruppieren 1694">
              <a:extLst>
                <a:ext uri="{FF2B5EF4-FFF2-40B4-BE49-F238E27FC236}">
                  <a16:creationId xmlns:a16="http://schemas.microsoft.com/office/drawing/2014/main" id="{49AE9DFD-527C-3CB3-1202-92185D4C9726}"/>
                </a:ext>
              </a:extLst>
            </p:cNvPr>
            <p:cNvGrpSpPr/>
            <p:nvPr/>
          </p:nvGrpSpPr>
          <p:grpSpPr>
            <a:xfrm>
              <a:off x="9139021" y="3895612"/>
              <a:ext cx="297484" cy="137286"/>
              <a:chOff x="1745981" y="6366497"/>
              <a:chExt cx="297484" cy="137286"/>
            </a:xfrm>
          </p:grpSpPr>
          <p:sp>
            <p:nvSpPr>
              <p:cNvPr id="1702" name="Rechteck: abgerundete Ecken 1701">
                <a:extLst>
                  <a:ext uri="{FF2B5EF4-FFF2-40B4-BE49-F238E27FC236}">
                    <a16:creationId xmlns:a16="http://schemas.microsoft.com/office/drawing/2014/main" id="{EB0B9735-16D3-7E40-C1FB-7BD5C89F8C8A}"/>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03" name="Picture 6">
                <a:extLst>
                  <a:ext uri="{FF2B5EF4-FFF2-40B4-BE49-F238E27FC236}">
                    <a16:creationId xmlns:a16="http://schemas.microsoft.com/office/drawing/2014/main" id="{1F9B26C5-514B-9742-2E80-8319AA2624D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696" name="Gruppieren 1695">
              <a:extLst>
                <a:ext uri="{FF2B5EF4-FFF2-40B4-BE49-F238E27FC236}">
                  <a16:creationId xmlns:a16="http://schemas.microsoft.com/office/drawing/2014/main" id="{B130C47E-B555-94A8-0993-2716795D9E10}"/>
                </a:ext>
              </a:extLst>
            </p:cNvPr>
            <p:cNvGrpSpPr/>
            <p:nvPr/>
          </p:nvGrpSpPr>
          <p:grpSpPr>
            <a:xfrm>
              <a:off x="9139021" y="4246576"/>
              <a:ext cx="297484" cy="137286"/>
              <a:chOff x="1745981" y="6366497"/>
              <a:chExt cx="297484" cy="137286"/>
            </a:xfrm>
          </p:grpSpPr>
          <p:sp>
            <p:nvSpPr>
              <p:cNvPr id="1700" name="Rechteck: abgerundete Ecken 1699">
                <a:extLst>
                  <a:ext uri="{FF2B5EF4-FFF2-40B4-BE49-F238E27FC236}">
                    <a16:creationId xmlns:a16="http://schemas.microsoft.com/office/drawing/2014/main" id="{4DF19C7C-B76B-403B-9C52-F51EF08D3E0A}"/>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01" name="Picture 6">
                <a:extLst>
                  <a:ext uri="{FF2B5EF4-FFF2-40B4-BE49-F238E27FC236}">
                    <a16:creationId xmlns:a16="http://schemas.microsoft.com/office/drawing/2014/main" id="{59DD3D83-424F-51B3-8A46-B754DD6CF1EF}"/>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722" name="Gruppieren 1721">
              <a:extLst>
                <a:ext uri="{FF2B5EF4-FFF2-40B4-BE49-F238E27FC236}">
                  <a16:creationId xmlns:a16="http://schemas.microsoft.com/office/drawing/2014/main" id="{C545B7E8-D183-9E1C-1165-EA2B224C3E41}"/>
                </a:ext>
              </a:extLst>
            </p:cNvPr>
            <p:cNvGrpSpPr/>
            <p:nvPr/>
          </p:nvGrpSpPr>
          <p:grpSpPr>
            <a:xfrm>
              <a:off x="9807492" y="1449074"/>
              <a:ext cx="297484" cy="137286"/>
              <a:chOff x="1745981" y="6366497"/>
              <a:chExt cx="297484" cy="137286"/>
            </a:xfrm>
          </p:grpSpPr>
          <p:sp>
            <p:nvSpPr>
              <p:cNvPr id="1750" name="Rechteck: abgerundete Ecken 1749">
                <a:extLst>
                  <a:ext uri="{FF2B5EF4-FFF2-40B4-BE49-F238E27FC236}">
                    <a16:creationId xmlns:a16="http://schemas.microsoft.com/office/drawing/2014/main" id="{40EBF9E1-4951-1F6F-ED35-CE65455A93FE}"/>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51" name="Picture 6">
                <a:extLst>
                  <a:ext uri="{FF2B5EF4-FFF2-40B4-BE49-F238E27FC236}">
                    <a16:creationId xmlns:a16="http://schemas.microsoft.com/office/drawing/2014/main" id="{A4383C3E-5D27-3246-E1F1-AFFEDBE1A1A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723" name="Gruppieren 1722">
              <a:extLst>
                <a:ext uri="{FF2B5EF4-FFF2-40B4-BE49-F238E27FC236}">
                  <a16:creationId xmlns:a16="http://schemas.microsoft.com/office/drawing/2014/main" id="{F5D997B1-A252-7CFD-7387-72FC42CBAA0E}"/>
                </a:ext>
              </a:extLst>
            </p:cNvPr>
            <p:cNvGrpSpPr/>
            <p:nvPr/>
          </p:nvGrpSpPr>
          <p:grpSpPr>
            <a:xfrm>
              <a:off x="9807492" y="1800038"/>
              <a:ext cx="297484" cy="137286"/>
              <a:chOff x="1745981" y="6366497"/>
              <a:chExt cx="297484" cy="137286"/>
            </a:xfrm>
          </p:grpSpPr>
          <p:sp>
            <p:nvSpPr>
              <p:cNvPr id="1748" name="Rechteck: abgerundete Ecken 1747">
                <a:extLst>
                  <a:ext uri="{FF2B5EF4-FFF2-40B4-BE49-F238E27FC236}">
                    <a16:creationId xmlns:a16="http://schemas.microsoft.com/office/drawing/2014/main" id="{EBDAA245-46EB-998E-7566-239B1377FF04}"/>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49" name="Picture 6">
                <a:extLst>
                  <a:ext uri="{FF2B5EF4-FFF2-40B4-BE49-F238E27FC236}">
                    <a16:creationId xmlns:a16="http://schemas.microsoft.com/office/drawing/2014/main" id="{410F6265-D2B1-9051-9592-6D0587D29F12}"/>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728" name="Gruppieren 1727">
              <a:extLst>
                <a:ext uri="{FF2B5EF4-FFF2-40B4-BE49-F238E27FC236}">
                  <a16:creationId xmlns:a16="http://schemas.microsoft.com/office/drawing/2014/main" id="{0C38F505-68DF-813F-AB10-41898B5B9C2D}"/>
                </a:ext>
              </a:extLst>
            </p:cNvPr>
            <p:cNvGrpSpPr/>
            <p:nvPr/>
          </p:nvGrpSpPr>
          <p:grpSpPr>
            <a:xfrm>
              <a:off x="9807492" y="3554858"/>
              <a:ext cx="297484" cy="137286"/>
              <a:chOff x="1745981" y="6366497"/>
              <a:chExt cx="297484" cy="137286"/>
            </a:xfrm>
          </p:grpSpPr>
          <p:sp>
            <p:nvSpPr>
              <p:cNvPr id="1738" name="Rechteck: abgerundete Ecken 1737">
                <a:extLst>
                  <a:ext uri="{FF2B5EF4-FFF2-40B4-BE49-F238E27FC236}">
                    <a16:creationId xmlns:a16="http://schemas.microsoft.com/office/drawing/2014/main" id="{F9E5E5A2-240B-C0EC-3053-8C409C8E6C89}"/>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39" name="Picture 6">
                <a:extLst>
                  <a:ext uri="{FF2B5EF4-FFF2-40B4-BE49-F238E27FC236}">
                    <a16:creationId xmlns:a16="http://schemas.microsoft.com/office/drawing/2014/main" id="{A2D83E38-168E-1DB2-61BB-9E3389DA44A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729" name="Gruppieren 1728">
              <a:extLst>
                <a:ext uri="{FF2B5EF4-FFF2-40B4-BE49-F238E27FC236}">
                  <a16:creationId xmlns:a16="http://schemas.microsoft.com/office/drawing/2014/main" id="{CD1E0089-2ACF-04CE-4DD4-B164EF6F0FFB}"/>
                </a:ext>
              </a:extLst>
            </p:cNvPr>
            <p:cNvGrpSpPr/>
            <p:nvPr/>
          </p:nvGrpSpPr>
          <p:grpSpPr>
            <a:xfrm>
              <a:off x="9807492" y="3905822"/>
              <a:ext cx="297484" cy="137286"/>
              <a:chOff x="1745981" y="6366497"/>
              <a:chExt cx="297484" cy="137286"/>
            </a:xfrm>
          </p:grpSpPr>
          <p:sp>
            <p:nvSpPr>
              <p:cNvPr id="1736" name="Rechteck: abgerundete Ecken 1735">
                <a:extLst>
                  <a:ext uri="{FF2B5EF4-FFF2-40B4-BE49-F238E27FC236}">
                    <a16:creationId xmlns:a16="http://schemas.microsoft.com/office/drawing/2014/main" id="{A170884C-1A71-10CF-8BD9-0BEAB624E4FC}"/>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37" name="Picture 6">
                <a:extLst>
                  <a:ext uri="{FF2B5EF4-FFF2-40B4-BE49-F238E27FC236}">
                    <a16:creationId xmlns:a16="http://schemas.microsoft.com/office/drawing/2014/main" id="{6331B530-D91A-CCAB-3812-2D549A17F88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730" name="Gruppieren 1729">
              <a:extLst>
                <a:ext uri="{FF2B5EF4-FFF2-40B4-BE49-F238E27FC236}">
                  <a16:creationId xmlns:a16="http://schemas.microsoft.com/office/drawing/2014/main" id="{8200492A-7ECD-9671-3C9E-05DB057710E7}"/>
                </a:ext>
              </a:extLst>
            </p:cNvPr>
            <p:cNvGrpSpPr/>
            <p:nvPr/>
          </p:nvGrpSpPr>
          <p:grpSpPr>
            <a:xfrm>
              <a:off x="9807492" y="4256786"/>
              <a:ext cx="297484" cy="137286"/>
              <a:chOff x="1745981" y="6366497"/>
              <a:chExt cx="297484" cy="137286"/>
            </a:xfrm>
          </p:grpSpPr>
          <p:sp>
            <p:nvSpPr>
              <p:cNvPr id="1734" name="Rechteck: abgerundete Ecken 1733">
                <a:extLst>
                  <a:ext uri="{FF2B5EF4-FFF2-40B4-BE49-F238E27FC236}">
                    <a16:creationId xmlns:a16="http://schemas.microsoft.com/office/drawing/2014/main" id="{35897C5A-D1D0-027B-970B-1255F9EA8BE1}"/>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35" name="Picture 6">
                <a:extLst>
                  <a:ext uri="{FF2B5EF4-FFF2-40B4-BE49-F238E27FC236}">
                    <a16:creationId xmlns:a16="http://schemas.microsoft.com/office/drawing/2014/main" id="{7DCAEB25-16C5-AA2A-6179-199AAA167F1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grpSp>
        <p:nvGrpSpPr>
          <p:cNvPr id="607" name="Gruppieren 606">
            <a:extLst>
              <a:ext uri="{FF2B5EF4-FFF2-40B4-BE49-F238E27FC236}">
                <a16:creationId xmlns:a16="http://schemas.microsoft.com/office/drawing/2014/main" id="{BD58F021-79B1-46EC-F0A6-74D7D3B3D5E9}"/>
              </a:ext>
            </a:extLst>
          </p:cNvPr>
          <p:cNvGrpSpPr/>
          <p:nvPr/>
        </p:nvGrpSpPr>
        <p:grpSpPr>
          <a:xfrm>
            <a:off x="4052471" y="5965940"/>
            <a:ext cx="297484" cy="137286"/>
            <a:chOff x="1759989" y="1957464"/>
            <a:chExt cx="487369" cy="202913"/>
          </a:xfrm>
        </p:grpSpPr>
        <p:sp>
          <p:nvSpPr>
            <p:cNvPr id="629" name="Rechteck: abgerundete Ecken 628">
              <a:extLst>
                <a:ext uri="{FF2B5EF4-FFF2-40B4-BE49-F238E27FC236}">
                  <a16:creationId xmlns:a16="http://schemas.microsoft.com/office/drawing/2014/main" id="{63943709-EB27-27EA-20FC-3EEF90E3BA18}"/>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30" name="Picture 56">
              <a:extLst>
                <a:ext uri="{FF2B5EF4-FFF2-40B4-BE49-F238E27FC236}">
                  <a16:creationId xmlns:a16="http://schemas.microsoft.com/office/drawing/2014/main" id="{49C8E55F-0805-3278-B37B-9D870588C283}"/>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08" name="Gruppieren 607">
            <a:extLst>
              <a:ext uri="{FF2B5EF4-FFF2-40B4-BE49-F238E27FC236}">
                <a16:creationId xmlns:a16="http://schemas.microsoft.com/office/drawing/2014/main" id="{36493ADE-7D2A-D0F0-22E6-D1AF00F33D61}"/>
              </a:ext>
            </a:extLst>
          </p:cNvPr>
          <p:cNvGrpSpPr/>
          <p:nvPr/>
        </p:nvGrpSpPr>
        <p:grpSpPr>
          <a:xfrm>
            <a:off x="4052471" y="6317008"/>
            <a:ext cx="297484" cy="137286"/>
            <a:chOff x="1759989" y="1957464"/>
            <a:chExt cx="487369" cy="202913"/>
          </a:xfrm>
        </p:grpSpPr>
        <p:sp>
          <p:nvSpPr>
            <p:cNvPr id="627" name="Rechteck: abgerundete Ecken 626">
              <a:extLst>
                <a:ext uri="{FF2B5EF4-FFF2-40B4-BE49-F238E27FC236}">
                  <a16:creationId xmlns:a16="http://schemas.microsoft.com/office/drawing/2014/main" id="{A12A3291-5927-B506-523D-8817D01CAF23}"/>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28" name="Picture 56">
              <a:extLst>
                <a:ext uri="{FF2B5EF4-FFF2-40B4-BE49-F238E27FC236}">
                  <a16:creationId xmlns:a16="http://schemas.microsoft.com/office/drawing/2014/main" id="{E4E6D6F7-FC87-734D-3AD2-5946486A7E4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09" name="Gruppieren 608">
            <a:extLst>
              <a:ext uri="{FF2B5EF4-FFF2-40B4-BE49-F238E27FC236}">
                <a16:creationId xmlns:a16="http://schemas.microsoft.com/office/drawing/2014/main" id="{D1400E8D-AAF9-2077-DE98-D7FCBA4C01A5}"/>
              </a:ext>
            </a:extLst>
          </p:cNvPr>
          <p:cNvGrpSpPr/>
          <p:nvPr/>
        </p:nvGrpSpPr>
        <p:grpSpPr>
          <a:xfrm>
            <a:off x="4052471" y="6668076"/>
            <a:ext cx="297484" cy="137286"/>
            <a:chOff x="1759989" y="1957464"/>
            <a:chExt cx="487369" cy="202913"/>
          </a:xfrm>
        </p:grpSpPr>
        <p:sp>
          <p:nvSpPr>
            <p:cNvPr id="625" name="Rechteck: abgerundete Ecken 624">
              <a:extLst>
                <a:ext uri="{FF2B5EF4-FFF2-40B4-BE49-F238E27FC236}">
                  <a16:creationId xmlns:a16="http://schemas.microsoft.com/office/drawing/2014/main" id="{A39439BF-CA78-D324-64E5-B0EEEEF13D92}"/>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26" name="Picture 56">
              <a:extLst>
                <a:ext uri="{FF2B5EF4-FFF2-40B4-BE49-F238E27FC236}">
                  <a16:creationId xmlns:a16="http://schemas.microsoft.com/office/drawing/2014/main" id="{3844B2B6-7C4D-3661-4FC1-96EE8A9FBA51}"/>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10" name="Gruppieren 609">
            <a:extLst>
              <a:ext uri="{FF2B5EF4-FFF2-40B4-BE49-F238E27FC236}">
                <a16:creationId xmlns:a16="http://schemas.microsoft.com/office/drawing/2014/main" id="{286D2BD3-B351-F6B1-0939-0049C7AAEE13}"/>
              </a:ext>
            </a:extLst>
          </p:cNvPr>
          <p:cNvGrpSpPr/>
          <p:nvPr/>
        </p:nvGrpSpPr>
        <p:grpSpPr>
          <a:xfrm>
            <a:off x="4052471" y="7019144"/>
            <a:ext cx="297484" cy="137286"/>
            <a:chOff x="1759989" y="1957464"/>
            <a:chExt cx="487369" cy="202913"/>
          </a:xfrm>
        </p:grpSpPr>
        <p:sp>
          <p:nvSpPr>
            <p:cNvPr id="623" name="Rechteck: abgerundete Ecken 622">
              <a:extLst>
                <a:ext uri="{FF2B5EF4-FFF2-40B4-BE49-F238E27FC236}">
                  <a16:creationId xmlns:a16="http://schemas.microsoft.com/office/drawing/2014/main" id="{A22CBFB8-6154-D029-7B13-6EB2CFCC430E}"/>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24" name="Picture 56">
              <a:extLst>
                <a:ext uri="{FF2B5EF4-FFF2-40B4-BE49-F238E27FC236}">
                  <a16:creationId xmlns:a16="http://schemas.microsoft.com/office/drawing/2014/main" id="{071057CF-2107-DE4E-47F0-9539A5D7B96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11" name="Gruppieren 610">
            <a:extLst>
              <a:ext uri="{FF2B5EF4-FFF2-40B4-BE49-F238E27FC236}">
                <a16:creationId xmlns:a16="http://schemas.microsoft.com/office/drawing/2014/main" id="{40296F5D-3543-4544-C400-357C36D2950E}"/>
              </a:ext>
            </a:extLst>
          </p:cNvPr>
          <p:cNvGrpSpPr/>
          <p:nvPr/>
        </p:nvGrpSpPr>
        <p:grpSpPr>
          <a:xfrm>
            <a:off x="4052471" y="7370212"/>
            <a:ext cx="297484" cy="137286"/>
            <a:chOff x="1759989" y="1957464"/>
            <a:chExt cx="487369" cy="202913"/>
          </a:xfrm>
        </p:grpSpPr>
        <p:sp>
          <p:nvSpPr>
            <p:cNvPr id="621" name="Rechteck: abgerundete Ecken 620">
              <a:extLst>
                <a:ext uri="{FF2B5EF4-FFF2-40B4-BE49-F238E27FC236}">
                  <a16:creationId xmlns:a16="http://schemas.microsoft.com/office/drawing/2014/main" id="{6D0F50CB-4A60-3BD3-B87D-E4B3A1E57068}"/>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22" name="Picture 56">
              <a:extLst>
                <a:ext uri="{FF2B5EF4-FFF2-40B4-BE49-F238E27FC236}">
                  <a16:creationId xmlns:a16="http://schemas.microsoft.com/office/drawing/2014/main" id="{FE80A713-D070-931B-7878-4A0F3566BAA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12" name="Gruppieren 611">
            <a:extLst>
              <a:ext uri="{FF2B5EF4-FFF2-40B4-BE49-F238E27FC236}">
                <a16:creationId xmlns:a16="http://schemas.microsoft.com/office/drawing/2014/main" id="{3B578FD6-0F2C-3C9F-C6B2-C17108F60275}"/>
              </a:ext>
            </a:extLst>
          </p:cNvPr>
          <p:cNvGrpSpPr/>
          <p:nvPr/>
        </p:nvGrpSpPr>
        <p:grpSpPr>
          <a:xfrm>
            <a:off x="4052471" y="7721280"/>
            <a:ext cx="297484" cy="137286"/>
            <a:chOff x="1759989" y="1957464"/>
            <a:chExt cx="487369" cy="202913"/>
          </a:xfrm>
        </p:grpSpPr>
        <p:sp>
          <p:nvSpPr>
            <p:cNvPr id="619" name="Rechteck: abgerundete Ecken 618">
              <a:extLst>
                <a:ext uri="{FF2B5EF4-FFF2-40B4-BE49-F238E27FC236}">
                  <a16:creationId xmlns:a16="http://schemas.microsoft.com/office/drawing/2014/main" id="{437ECD2B-03E5-CE7D-3A72-C5E30F905039}"/>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20" name="Picture 56">
              <a:extLst>
                <a:ext uri="{FF2B5EF4-FFF2-40B4-BE49-F238E27FC236}">
                  <a16:creationId xmlns:a16="http://schemas.microsoft.com/office/drawing/2014/main" id="{22325554-01B2-D236-1C88-476EEEED641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13" name="Gruppieren 612">
            <a:extLst>
              <a:ext uri="{FF2B5EF4-FFF2-40B4-BE49-F238E27FC236}">
                <a16:creationId xmlns:a16="http://schemas.microsoft.com/office/drawing/2014/main" id="{6A17A7AD-7191-DC0A-32AE-1596A09D1241}"/>
              </a:ext>
            </a:extLst>
          </p:cNvPr>
          <p:cNvGrpSpPr/>
          <p:nvPr/>
        </p:nvGrpSpPr>
        <p:grpSpPr>
          <a:xfrm>
            <a:off x="4052471" y="8072348"/>
            <a:ext cx="297484" cy="137286"/>
            <a:chOff x="1759989" y="1957464"/>
            <a:chExt cx="487369" cy="202913"/>
          </a:xfrm>
        </p:grpSpPr>
        <p:sp>
          <p:nvSpPr>
            <p:cNvPr id="617" name="Rechteck: abgerundete Ecken 616">
              <a:extLst>
                <a:ext uri="{FF2B5EF4-FFF2-40B4-BE49-F238E27FC236}">
                  <a16:creationId xmlns:a16="http://schemas.microsoft.com/office/drawing/2014/main" id="{4E54D3B3-F93C-D8E4-20AF-CCF6C8412904}"/>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18" name="Picture 56">
              <a:extLst>
                <a:ext uri="{FF2B5EF4-FFF2-40B4-BE49-F238E27FC236}">
                  <a16:creationId xmlns:a16="http://schemas.microsoft.com/office/drawing/2014/main" id="{43E85000-6481-E323-34AD-042F870702F4}"/>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614" name="Gruppieren 613">
            <a:extLst>
              <a:ext uri="{FF2B5EF4-FFF2-40B4-BE49-F238E27FC236}">
                <a16:creationId xmlns:a16="http://schemas.microsoft.com/office/drawing/2014/main" id="{6205CC70-8F60-1CDF-BF3B-A524C05608C6}"/>
              </a:ext>
            </a:extLst>
          </p:cNvPr>
          <p:cNvGrpSpPr/>
          <p:nvPr/>
        </p:nvGrpSpPr>
        <p:grpSpPr>
          <a:xfrm>
            <a:off x="4052471" y="8423416"/>
            <a:ext cx="297484" cy="137286"/>
            <a:chOff x="1759989" y="1957464"/>
            <a:chExt cx="487369" cy="202913"/>
          </a:xfrm>
        </p:grpSpPr>
        <p:sp>
          <p:nvSpPr>
            <p:cNvPr id="615" name="Rechteck: abgerundete Ecken 614">
              <a:extLst>
                <a:ext uri="{FF2B5EF4-FFF2-40B4-BE49-F238E27FC236}">
                  <a16:creationId xmlns:a16="http://schemas.microsoft.com/office/drawing/2014/main" id="{EE57914B-81A7-6880-10C7-1F8697F553D4}"/>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16" name="Picture 56">
              <a:extLst>
                <a:ext uri="{FF2B5EF4-FFF2-40B4-BE49-F238E27FC236}">
                  <a16:creationId xmlns:a16="http://schemas.microsoft.com/office/drawing/2014/main" id="{07F894AB-CADC-66ED-19B1-4D40319E550E}"/>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236" name="Gruppieren 235">
            <a:extLst>
              <a:ext uri="{FF2B5EF4-FFF2-40B4-BE49-F238E27FC236}">
                <a16:creationId xmlns:a16="http://schemas.microsoft.com/office/drawing/2014/main" id="{507B46BC-C643-4CB1-5F82-16D45C179BF2}"/>
              </a:ext>
            </a:extLst>
          </p:cNvPr>
          <p:cNvGrpSpPr/>
          <p:nvPr/>
        </p:nvGrpSpPr>
        <p:grpSpPr>
          <a:xfrm>
            <a:off x="4052471" y="8774484"/>
            <a:ext cx="297484" cy="137286"/>
            <a:chOff x="1759989" y="1957464"/>
            <a:chExt cx="487369" cy="202913"/>
          </a:xfrm>
        </p:grpSpPr>
        <p:sp>
          <p:nvSpPr>
            <p:cNvPr id="237" name="Rechteck: abgerundete Ecken 236">
              <a:extLst>
                <a:ext uri="{FF2B5EF4-FFF2-40B4-BE49-F238E27FC236}">
                  <a16:creationId xmlns:a16="http://schemas.microsoft.com/office/drawing/2014/main" id="{5BFC637C-580F-3CC6-99A8-1964EFDC9674}"/>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38" name="Picture 56">
              <a:extLst>
                <a:ext uri="{FF2B5EF4-FFF2-40B4-BE49-F238E27FC236}">
                  <a16:creationId xmlns:a16="http://schemas.microsoft.com/office/drawing/2014/main" id="{E7C21DCB-7493-6324-53CC-1A2AFD1C1FE4}"/>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67" name="Gruppieren 366">
            <a:extLst>
              <a:ext uri="{FF2B5EF4-FFF2-40B4-BE49-F238E27FC236}">
                <a16:creationId xmlns:a16="http://schemas.microsoft.com/office/drawing/2014/main" id="{522691EF-1379-EB54-8610-D7B347E56E64}"/>
              </a:ext>
            </a:extLst>
          </p:cNvPr>
          <p:cNvGrpSpPr/>
          <p:nvPr/>
        </p:nvGrpSpPr>
        <p:grpSpPr>
          <a:xfrm>
            <a:off x="4734199" y="5959392"/>
            <a:ext cx="297484" cy="137286"/>
            <a:chOff x="1759989" y="1957464"/>
            <a:chExt cx="487369" cy="202913"/>
          </a:xfrm>
        </p:grpSpPr>
        <p:sp>
          <p:nvSpPr>
            <p:cNvPr id="368" name="Rechteck: abgerundete Ecken 367">
              <a:extLst>
                <a:ext uri="{FF2B5EF4-FFF2-40B4-BE49-F238E27FC236}">
                  <a16:creationId xmlns:a16="http://schemas.microsoft.com/office/drawing/2014/main" id="{D6A656AA-2343-7C91-3CFB-4A93F865B3B7}"/>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69" name="Picture 56">
              <a:extLst>
                <a:ext uri="{FF2B5EF4-FFF2-40B4-BE49-F238E27FC236}">
                  <a16:creationId xmlns:a16="http://schemas.microsoft.com/office/drawing/2014/main" id="{095A6DF5-0053-72CA-6241-BC9D28D10718}"/>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70" name="Gruppieren 369">
            <a:extLst>
              <a:ext uri="{FF2B5EF4-FFF2-40B4-BE49-F238E27FC236}">
                <a16:creationId xmlns:a16="http://schemas.microsoft.com/office/drawing/2014/main" id="{667707B2-5672-5651-8E27-50E98266736F}"/>
              </a:ext>
            </a:extLst>
          </p:cNvPr>
          <p:cNvGrpSpPr/>
          <p:nvPr/>
        </p:nvGrpSpPr>
        <p:grpSpPr>
          <a:xfrm>
            <a:off x="4734199" y="6310460"/>
            <a:ext cx="297484" cy="137286"/>
            <a:chOff x="1759989" y="1957464"/>
            <a:chExt cx="487369" cy="202913"/>
          </a:xfrm>
        </p:grpSpPr>
        <p:sp>
          <p:nvSpPr>
            <p:cNvPr id="371" name="Rechteck: abgerundete Ecken 370">
              <a:extLst>
                <a:ext uri="{FF2B5EF4-FFF2-40B4-BE49-F238E27FC236}">
                  <a16:creationId xmlns:a16="http://schemas.microsoft.com/office/drawing/2014/main" id="{09953995-40B1-EA35-C2EF-4A5831778E66}"/>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72" name="Picture 56">
              <a:extLst>
                <a:ext uri="{FF2B5EF4-FFF2-40B4-BE49-F238E27FC236}">
                  <a16:creationId xmlns:a16="http://schemas.microsoft.com/office/drawing/2014/main" id="{EE3AF127-441B-B09D-6E36-5343801F5BE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73" name="Gruppieren 372">
            <a:extLst>
              <a:ext uri="{FF2B5EF4-FFF2-40B4-BE49-F238E27FC236}">
                <a16:creationId xmlns:a16="http://schemas.microsoft.com/office/drawing/2014/main" id="{AED216EE-E861-B0E7-9696-0B90CB5E64D3}"/>
              </a:ext>
            </a:extLst>
          </p:cNvPr>
          <p:cNvGrpSpPr/>
          <p:nvPr/>
        </p:nvGrpSpPr>
        <p:grpSpPr>
          <a:xfrm>
            <a:off x="4734199" y="6661528"/>
            <a:ext cx="297484" cy="137286"/>
            <a:chOff x="1759989" y="1957464"/>
            <a:chExt cx="487369" cy="202913"/>
          </a:xfrm>
        </p:grpSpPr>
        <p:sp>
          <p:nvSpPr>
            <p:cNvPr id="374" name="Rechteck: abgerundete Ecken 373">
              <a:extLst>
                <a:ext uri="{FF2B5EF4-FFF2-40B4-BE49-F238E27FC236}">
                  <a16:creationId xmlns:a16="http://schemas.microsoft.com/office/drawing/2014/main" id="{E693F2D1-C3EE-9BE0-F92F-94D0F85C4DF5}"/>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75" name="Picture 56">
              <a:extLst>
                <a:ext uri="{FF2B5EF4-FFF2-40B4-BE49-F238E27FC236}">
                  <a16:creationId xmlns:a16="http://schemas.microsoft.com/office/drawing/2014/main" id="{52F399FE-EC7D-124A-8CEE-6393EAD98B0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76" name="Gruppieren 375">
            <a:extLst>
              <a:ext uri="{FF2B5EF4-FFF2-40B4-BE49-F238E27FC236}">
                <a16:creationId xmlns:a16="http://schemas.microsoft.com/office/drawing/2014/main" id="{E5D2918B-8376-F207-E4B7-74CFED6EC867}"/>
              </a:ext>
            </a:extLst>
          </p:cNvPr>
          <p:cNvGrpSpPr/>
          <p:nvPr/>
        </p:nvGrpSpPr>
        <p:grpSpPr>
          <a:xfrm>
            <a:off x="4734199" y="7012596"/>
            <a:ext cx="297484" cy="137286"/>
            <a:chOff x="1759989" y="1957464"/>
            <a:chExt cx="487369" cy="202913"/>
          </a:xfrm>
        </p:grpSpPr>
        <p:sp>
          <p:nvSpPr>
            <p:cNvPr id="377" name="Rechteck: abgerundete Ecken 376">
              <a:extLst>
                <a:ext uri="{FF2B5EF4-FFF2-40B4-BE49-F238E27FC236}">
                  <a16:creationId xmlns:a16="http://schemas.microsoft.com/office/drawing/2014/main" id="{32265299-B5D3-3516-F178-40A7C8DBDF9A}"/>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78" name="Picture 56">
              <a:extLst>
                <a:ext uri="{FF2B5EF4-FFF2-40B4-BE49-F238E27FC236}">
                  <a16:creationId xmlns:a16="http://schemas.microsoft.com/office/drawing/2014/main" id="{24F57C3D-B239-B950-F691-E6C0F366FE25}"/>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79" name="Gruppieren 378">
            <a:extLst>
              <a:ext uri="{FF2B5EF4-FFF2-40B4-BE49-F238E27FC236}">
                <a16:creationId xmlns:a16="http://schemas.microsoft.com/office/drawing/2014/main" id="{14C524F9-25E3-6AD4-7D10-055E6DB5BFB6}"/>
              </a:ext>
            </a:extLst>
          </p:cNvPr>
          <p:cNvGrpSpPr/>
          <p:nvPr/>
        </p:nvGrpSpPr>
        <p:grpSpPr>
          <a:xfrm>
            <a:off x="4734199" y="7363664"/>
            <a:ext cx="297484" cy="137286"/>
            <a:chOff x="1759989" y="1957464"/>
            <a:chExt cx="487369" cy="202913"/>
          </a:xfrm>
        </p:grpSpPr>
        <p:sp>
          <p:nvSpPr>
            <p:cNvPr id="380" name="Rechteck: abgerundete Ecken 379">
              <a:extLst>
                <a:ext uri="{FF2B5EF4-FFF2-40B4-BE49-F238E27FC236}">
                  <a16:creationId xmlns:a16="http://schemas.microsoft.com/office/drawing/2014/main" id="{E1D51058-E5DA-AB3B-B1A2-CD34C0360A9F}"/>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81" name="Picture 56">
              <a:extLst>
                <a:ext uri="{FF2B5EF4-FFF2-40B4-BE49-F238E27FC236}">
                  <a16:creationId xmlns:a16="http://schemas.microsoft.com/office/drawing/2014/main" id="{965925EC-29D3-CD04-B657-7374FFA611B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82" name="Gruppieren 381">
            <a:extLst>
              <a:ext uri="{FF2B5EF4-FFF2-40B4-BE49-F238E27FC236}">
                <a16:creationId xmlns:a16="http://schemas.microsoft.com/office/drawing/2014/main" id="{E9CCA681-86D6-7A19-B6CF-FC59E1ACEF03}"/>
              </a:ext>
            </a:extLst>
          </p:cNvPr>
          <p:cNvGrpSpPr/>
          <p:nvPr/>
        </p:nvGrpSpPr>
        <p:grpSpPr>
          <a:xfrm>
            <a:off x="4734199" y="7714732"/>
            <a:ext cx="297484" cy="137286"/>
            <a:chOff x="1759989" y="1957464"/>
            <a:chExt cx="487369" cy="202913"/>
          </a:xfrm>
        </p:grpSpPr>
        <p:sp>
          <p:nvSpPr>
            <p:cNvPr id="383" name="Rechteck: abgerundete Ecken 382">
              <a:extLst>
                <a:ext uri="{FF2B5EF4-FFF2-40B4-BE49-F238E27FC236}">
                  <a16:creationId xmlns:a16="http://schemas.microsoft.com/office/drawing/2014/main" id="{B93E6C86-A22A-A7FD-E3A6-965CBA235496}"/>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84" name="Picture 56">
              <a:extLst>
                <a:ext uri="{FF2B5EF4-FFF2-40B4-BE49-F238E27FC236}">
                  <a16:creationId xmlns:a16="http://schemas.microsoft.com/office/drawing/2014/main" id="{4CB1E10E-BBA3-781B-B77D-6BCF309BF9FC}"/>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85" name="Gruppieren 384">
            <a:extLst>
              <a:ext uri="{FF2B5EF4-FFF2-40B4-BE49-F238E27FC236}">
                <a16:creationId xmlns:a16="http://schemas.microsoft.com/office/drawing/2014/main" id="{9F2FBE03-CC1B-DF25-08DA-598F2A991776}"/>
              </a:ext>
            </a:extLst>
          </p:cNvPr>
          <p:cNvGrpSpPr/>
          <p:nvPr/>
        </p:nvGrpSpPr>
        <p:grpSpPr>
          <a:xfrm>
            <a:off x="4734199" y="8065800"/>
            <a:ext cx="297484" cy="137286"/>
            <a:chOff x="1759989" y="1957464"/>
            <a:chExt cx="487369" cy="202913"/>
          </a:xfrm>
        </p:grpSpPr>
        <p:sp>
          <p:nvSpPr>
            <p:cNvPr id="386" name="Rechteck: abgerundete Ecken 385">
              <a:extLst>
                <a:ext uri="{FF2B5EF4-FFF2-40B4-BE49-F238E27FC236}">
                  <a16:creationId xmlns:a16="http://schemas.microsoft.com/office/drawing/2014/main" id="{2A3E02C1-620E-8E9D-7354-7A5AE626DBC0}"/>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87" name="Picture 56">
              <a:extLst>
                <a:ext uri="{FF2B5EF4-FFF2-40B4-BE49-F238E27FC236}">
                  <a16:creationId xmlns:a16="http://schemas.microsoft.com/office/drawing/2014/main" id="{6F269C3A-A184-169D-43FC-71735D953AF1}"/>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88" name="Gruppieren 387">
            <a:extLst>
              <a:ext uri="{FF2B5EF4-FFF2-40B4-BE49-F238E27FC236}">
                <a16:creationId xmlns:a16="http://schemas.microsoft.com/office/drawing/2014/main" id="{10294BAA-5D5A-5893-4E71-31163323476B}"/>
              </a:ext>
            </a:extLst>
          </p:cNvPr>
          <p:cNvGrpSpPr/>
          <p:nvPr/>
        </p:nvGrpSpPr>
        <p:grpSpPr>
          <a:xfrm>
            <a:off x="4734199" y="8416868"/>
            <a:ext cx="297484" cy="137286"/>
            <a:chOff x="1759989" y="1957464"/>
            <a:chExt cx="487369" cy="202913"/>
          </a:xfrm>
        </p:grpSpPr>
        <p:sp>
          <p:nvSpPr>
            <p:cNvPr id="389" name="Rechteck: abgerundete Ecken 388">
              <a:extLst>
                <a:ext uri="{FF2B5EF4-FFF2-40B4-BE49-F238E27FC236}">
                  <a16:creationId xmlns:a16="http://schemas.microsoft.com/office/drawing/2014/main" id="{E26100E6-FD8C-4BFB-BA0E-2544BF566413}"/>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90" name="Picture 56">
              <a:extLst>
                <a:ext uri="{FF2B5EF4-FFF2-40B4-BE49-F238E27FC236}">
                  <a16:creationId xmlns:a16="http://schemas.microsoft.com/office/drawing/2014/main" id="{94769BA5-E863-DDAA-D45E-BD14154C97D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391" name="Gruppieren 390">
            <a:extLst>
              <a:ext uri="{FF2B5EF4-FFF2-40B4-BE49-F238E27FC236}">
                <a16:creationId xmlns:a16="http://schemas.microsoft.com/office/drawing/2014/main" id="{593EBE8E-D4F6-9CF4-2185-964124A38CFF}"/>
              </a:ext>
            </a:extLst>
          </p:cNvPr>
          <p:cNvGrpSpPr/>
          <p:nvPr/>
        </p:nvGrpSpPr>
        <p:grpSpPr>
          <a:xfrm>
            <a:off x="4734199" y="8767936"/>
            <a:ext cx="297484" cy="137286"/>
            <a:chOff x="1759989" y="1957464"/>
            <a:chExt cx="487369" cy="202913"/>
          </a:xfrm>
        </p:grpSpPr>
        <p:sp>
          <p:nvSpPr>
            <p:cNvPr id="392" name="Rechteck: abgerundete Ecken 391">
              <a:extLst>
                <a:ext uri="{FF2B5EF4-FFF2-40B4-BE49-F238E27FC236}">
                  <a16:creationId xmlns:a16="http://schemas.microsoft.com/office/drawing/2014/main" id="{A13C0A2E-A29D-3757-D7B8-14FF191E5553}"/>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93" name="Picture 56">
              <a:extLst>
                <a:ext uri="{FF2B5EF4-FFF2-40B4-BE49-F238E27FC236}">
                  <a16:creationId xmlns:a16="http://schemas.microsoft.com/office/drawing/2014/main" id="{F1D202D9-AD41-2B79-A251-468F81A75F88}"/>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442" name="Gruppieren 441">
            <a:extLst>
              <a:ext uri="{FF2B5EF4-FFF2-40B4-BE49-F238E27FC236}">
                <a16:creationId xmlns:a16="http://schemas.microsoft.com/office/drawing/2014/main" id="{6827C0D6-7769-A602-CEB3-CDAC1346D09A}"/>
              </a:ext>
            </a:extLst>
          </p:cNvPr>
          <p:cNvGrpSpPr/>
          <p:nvPr/>
        </p:nvGrpSpPr>
        <p:grpSpPr>
          <a:xfrm>
            <a:off x="5402670" y="5969602"/>
            <a:ext cx="297484" cy="137286"/>
            <a:chOff x="1759989" y="1957464"/>
            <a:chExt cx="487369" cy="202913"/>
          </a:xfrm>
        </p:grpSpPr>
        <p:sp>
          <p:nvSpPr>
            <p:cNvPr id="443" name="Rechteck: abgerundete Ecken 442">
              <a:extLst>
                <a:ext uri="{FF2B5EF4-FFF2-40B4-BE49-F238E27FC236}">
                  <a16:creationId xmlns:a16="http://schemas.microsoft.com/office/drawing/2014/main" id="{AAA22DD1-2BD6-A557-5B2C-61A0142D5320}"/>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444" name="Picture 56">
              <a:extLst>
                <a:ext uri="{FF2B5EF4-FFF2-40B4-BE49-F238E27FC236}">
                  <a16:creationId xmlns:a16="http://schemas.microsoft.com/office/drawing/2014/main" id="{F289B4AC-F5A1-9FE6-36AB-7FE4C2ACA1F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445" name="Gruppieren 444">
            <a:extLst>
              <a:ext uri="{FF2B5EF4-FFF2-40B4-BE49-F238E27FC236}">
                <a16:creationId xmlns:a16="http://schemas.microsoft.com/office/drawing/2014/main" id="{994E3132-AAE2-B16A-9C7E-48587E32A5A3}"/>
              </a:ext>
            </a:extLst>
          </p:cNvPr>
          <p:cNvGrpSpPr/>
          <p:nvPr/>
        </p:nvGrpSpPr>
        <p:grpSpPr>
          <a:xfrm>
            <a:off x="5402670" y="6320670"/>
            <a:ext cx="297484" cy="137286"/>
            <a:chOff x="1759989" y="1957464"/>
            <a:chExt cx="487369" cy="202913"/>
          </a:xfrm>
        </p:grpSpPr>
        <p:sp>
          <p:nvSpPr>
            <p:cNvPr id="446" name="Rechteck: abgerundete Ecken 445">
              <a:extLst>
                <a:ext uri="{FF2B5EF4-FFF2-40B4-BE49-F238E27FC236}">
                  <a16:creationId xmlns:a16="http://schemas.microsoft.com/office/drawing/2014/main" id="{D460BE14-EDB1-3C6F-FD13-93A781E24FEE}"/>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447" name="Picture 56">
              <a:extLst>
                <a:ext uri="{FF2B5EF4-FFF2-40B4-BE49-F238E27FC236}">
                  <a16:creationId xmlns:a16="http://schemas.microsoft.com/office/drawing/2014/main" id="{FAAB54EB-D0C1-5EBC-35EF-D45398856DB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04" name="Gruppieren 703">
            <a:extLst>
              <a:ext uri="{FF2B5EF4-FFF2-40B4-BE49-F238E27FC236}">
                <a16:creationId xmlns:a16="http://schemas.microsoft.com/office/drawing/2014/main" id="{BFC411D1-A98E-4D39-1B51-6BFA19AFED61}"/>
              </a:ext>
            </a:extLst>
          </p:cNvPr>
          <p:cNvGrpSpPr/>
          <p:nvPr/>
        </p:nvGrpSpPr>
        <p:grpSpPr>
          <a:xfrm>
            <a:off x="5402670" y="6671738"/>
            <a:ext cx="297484" cy="137286"/>
            <a:chOff x="1759989" y="1957464"/>
            <a:chExt cx="487369" cy="202913"/>
          </a:xfrm>
        </p:grpSpPr>
        <p:sp>
          <p:nvSpPr>
            <p:cNvPr id="705" name="Rechteck: abgerundete Ecken 704">
              <a:extLst>
                <a:ext uri="{FF2B5EF4-FFF2-40B4-BE49-F238E27FC236}">
                  <a16:creationId xmlns:a16="http://schemas.microsoft.com/office/drawing/2014/main" id="{079B87B3-6B4B-8B22-E32A-ECAE9A92B350}"/>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06" name="Picture 56">
              <a:extLst>
                <a:ext uri="{FF2B5EF4-FFF2-40B4-BE49-F238E27FC236}">
                  <a16:creationId xmlns:a16="http://schemas.microsoft.com/office/drawing/2014/main" id="{49914C72-94B8-D307-6F28-6CB7C6876D2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07" name="Gruppieren 706">
            <a:extLst>
              <a:ext uri="{FF2B5EF4-FFF2-40B4-BE49-F238E27FC236}">
                <a16:creationId xmlns:a16="http://schemas.microsoft.com/office/drawing/2014/main" id="{AF75A685-5E43-C558-2982-F4B1531393A2}"/>
              </a:ext>
            </a:extLst>
          </p:cNvPr>
          <p:cNvGrpSpPr/>
          <p:nvPr/>
        </p:nvGrpSpPr>
        <p:grpSpPr>
          <a:xfrm>
            <a:off x="5402670" y="7022806"/>
            <a:ext cx="297484" cy="137286"/>
            <a:chOff x="1759989" y="1957464"/>
            <a:chExt cx="487369" cy="202913"/>
          </a:xfrm>
        </p:grpSpPr>
        <p:sp>
          <p:nvSpPr>
            <p:cNvPr id="708" name="Rechteck: abgerundete Ecken 707">
              <a:extLst>
                <a:ext uri="{FF2B5EF4-FFF2-40B4-BE49-F238E27FC236}">
                  <a16:creationId xmlns:a16="http://schemas.microsoft.com/office/drawing/2014/main" id="{677ADECF-8CD8-6E4F-FD2D-7CD05158B44D}"/>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09" name="Picture 56">
              <a:extLst>
                <a:ext uri="{FF2B5EF4-FFF2-40B4-BE49-F238E27FC236}">
                  <a16:creationId xmlns:a16="http://schemas.microsoft.com/office/drawing/2014/main" id="{1131915F-EECA-250D-BB02-7AC2503B43BF}"/>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10" name="Gruppieren 709">
            <a:extLst>
              <a:ext uri="{FF2B5EF4-FFF2-40B4-BE49-F238E27FC236}">
                <a16:creationId xmlns:a16="http://schemas.microsoft.com/office/drawing/2014/main" id="{1755C621-BB08-CC67-466E-B5A59503700D}"/>
              </a:ext>
            </a:extLst>
          </p:cNvPr>
          <p:cNvGrpSpPr/>
          <p:nvPr/>
        </p:nvGrpSpPr>
        <p:grpSpPr>
          <a:xfrm>
            <a:off x="5402670" y="7373874"/>
            <a:ext cx="297484" cy="137286"/>
            <a:chOff x="1759989" y="1957464"/>
            <a:chExt cx="487369" cy="202913"/>
          </a:xfrm>
        </p:grpSpPr>
        <p:sp>
          <p:nvSpPr>
            <p:cNvPr id="711" name="Rechteck: abgerundete Ecken 710">
              <a:extLst>
                <a:ext uri="{FF2B5EF4-FFF2-40B4-BE49-F238E27FC236}">
                  <a16:creationId xmlns:a16="http://schemas.microsoft.com/office/drawing/2014/main" id="{2378E683-B73C-7CC1-130E-1690745A31DC}"/>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12" name="Picture 56">
              <a:extLst>
                <a:ext uri="{FF2B5EF4-FFF2-40B4-BE49-F238E27FC236}">
                  <a16:creationId xmlns:a16="http://schemas.microsoft.com/office/drawing/2014/main" id="{68AFB8C4-2EE8-494D-6454-710231784E0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13" name="Gruppieren 712">
            <a:extLst>
              <a:ext uri="{FF2B5EF4-FFF2-40B4-BE49-F238E27FC236}">
                <a16:creationId xmlns:a16="http://schemas.microsoft.com/office/drawing/2014/main" id="{3C4BB39A-4047-1B82-C2EE-3F1421338CF4}"/>
              </a:ext>
            </a:extLst>
          </p:cNvPr>
          <p:cNvGrpSpPr/>
          <p:nvPr/>
        </p:nvGrpSpPr>
        <p:grpSpPr>
          <a:xfrm>
            <a:off x="5402670" y="7724942"/>
            <a:ext cx="297484" cy="137286"/>
            <a:chOff x="1759989" y="1957464"/>
            <a:chExt cx="487369" cy="202913"/>
          </a:xfrm>
        </p:grpSpPr>
        <p:sp>
          <p:nvSpPr>
            <p:cNvPr id="714" name="Rechteck: abgerundete Ecken 713">
              <a:extLst>
                <a:ext uri="{FF2B5EF4-FFF2-40B4-BE49-F238E27FC236}">
                  <a16:creationId xmlns:a16="http://schemas.microsoft.com/office/drawing/2014/main" id="{D43B74E9-7ED2-B26D-84D6-84EF6E344E64}"/>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15" name="Picture 56">
              <a:extLst>
                <a:ext uri="{FF2B5EF4-FFF2-40B4-BE49-F238E27FC236}">
                  <a16:creationId xmlns:a16="http://schemas.microsoft.com/office/drawing/2014/main" id="{3942342A-1EF7-7C59-0AE9-7EDDEB0161D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16" name="Gruppieren 715">
            <a:extLst>
              <a:ext uri="{FF2B5EF4-FFF2-40B4-BE49-F238E27FC236}">
                <a16:creationId xmlns:a16="http://schemas.microsoft.com/office/drawing/2014/main" id="{94208D44-8E9F-1ACD-C27F-E9C20C9E5756}"/>
              </a:ext>
            </a:extLst>
          </p:cNvPr>
          <p:cNvGrpSpPr/>
          <p:nvPr/>
        </p:nvGrpSpPr>
        <p:grpSpPr>
          <a:xfrm>
            <a:off x="5402670" y="8076010"/>
            <a:ext cx="297484" cy="137286"/>
            <a:chOff x="1759989" y="1957464"/>
            <a:chExt cx="487369" cy="202913"/>
          </a:xfrm>
        </p:grpSpPr>
        <p:sp>
          <p:nvSpPr>
            <p:cNvPr id="717" name="Rechteck: abgerundete Ecken 716">
              <a:extLst>
                <a:ext uri="{FF2B5EF4-FFF2-40B4-BE49-F238E27FC236}">
                  <a16:creationId xmlns:a16="http://schemas.microsoft.com/office/drawing/2014/main" id="{D62251C2-E9B1-5DCA-BE0C-FA351A4626A0}"/>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18" name="Picture 56">
              <a:extLst>
                <a:ext uri="{FF2B5EF4-FFF2-40B4-BE49-F238E27FC236}">
                  <a16:creationId xmlns:a16="http://schemas.microsoft.com/office/drawing/2014/main" id="{F6E1A60C-169B-3B4F-C492-A71CE9F72CC4}"/>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19" name="Gruppieren 718">
            <a:extLst>
              <a:ext uri="{FF2B5EF4-FFF2-40B4-BE49-F238E27FC236}">
                <a16:creationId xmlns:a16="http://schemas.microsoft.com/office/drawing/2014/main" id="{EA64D5E8-EC3F-1E0C-E139-074B974D1F95}"/>
              </a:ext>
            </a:extLst>
          </p:cNvPr>
          <p:cNvGrpSpPr/>
          <p:nvPr/>
        </p:nvGrpSpPr>
        <p:grpSpPr>
          <a:xfrm>
            <a:off x="5402670" y="8427078"/>
            <a:ext cx="297484" cy="137286"/>
            <a:chOff x="1759989" y="1957464"/>
            <a:chExt cx="487369" cy="202913"/>
          </a:xfrm>
        </p:grpSpPr>
        <p:sp>
          <p:nvSpPr>
            <p:cNvPr id="720" name="Rechteck: abgerundete Ecken 719">
              <a:extLst>
                <a:ext uri="{FF2B5EF4-FFF2-40B4-BE49-F238E27FC236}">
                  <a16:creationId xmlns:a16="http://schemas.microsoft.com/office/drawing/2014/main" id="{3DA28A00-FB1E-7DB9-1FD7-9F1824C34B4B}"/>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21" name="Picture 56">
              <a:extLst>
                <a:ext uri="{FF2B5EF4-FFF2-40B4-BE49-F238E27FC236}">
                  <a16:creationId xmlns:a16="http://schemas.microsoft.com/office/drawing/2014/main" id="{3BF95D73-35E0-C383-9AA9-CE889A7E715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722" name="Gruppieren 721">
            <a:extLst>
              <a:ext uri="{FF2B5EF4-FFF2-40B4-BE49-F238E27FC236}">
                <a16:creationId xmlns:a16="http://schemas.microsoft.com/office/drawing/2014/main" id="{FBA96FE8-1676-333A-8CCD-E0D6EA87126C}"/>
              </a:ext>
            </a:extLst>
          </p:cNvPr>
          <p:cNvGrpSpPr/>
          <p:nvPr/>
        </p:nvGrpSpPr>
        <p:grpSpPr>
          <a:xfrm>
            <a:off x="5402670" y="8778146"/>
            <a:ext cx="297484" cy="137286"/>
            <a:chOff x="1759989" y="1957464"/>
            <a:chExt cx="487369" cy="202913"/>
          </a:xfrm>
        </p:grpSpPr>
        <p:sp>
          <p:nvSpPr>
            <p:cNvPr id="723" name="Rechteck: abgerundete Ecken 722">
              <a:extLst>
                <a:ext uri="{FF2B5EF4-FFF2-40B4-BE49-F238E27FC236}">
                  <a16:creationId xmlns:a16="http://schemas.microsoft.com/office/drawing/2014/main" id="{D9BEBC33-0150-9DFC-086C-C521BC147222}"/>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724" name="Picture 56">
              <a:extLst>
                <a:ext uri="{FF2B5EF4-FFF2-40B4-BE49-F238E27FC236}">
                  <a16:creationId xmlns:a16="http://schemas.microsoft.com/office/drawing/2014/main" id="{7EA50533-B5AE-7B05-DE72-BC401A5257DE}"/>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954" name="Gruppieren 1953">
            <a:extLst>
              <a:ext uri="{FF2B5EF4-FFF2-40B4-BE49-F238E27FC236}">
                <a16:creationId xmlns:a16="http://schemas.microsoft.com/office/drawing/2014/main" id="{74B3F7CD-DC40-D09D-1E89-C285D07C1A64}"/>
              </a:ext>
            </a:extLst>
          </p:cNvPr>
          <p:cNvGrpSpPr/>
          <p:nvPr/>
        </p:nvGrpSpPr>
        <p:grpSpPr>
          <a:xfrm>
            <a:off x="4726903" y="9109115"/>
            <a:ext cx="297484" cy="137286"/>
            <a:chOff x="1759989" y="1957464"/>
            <a:chExt cx="487369" cy="202913"/>
          </a:xfrm>
        </p:grpSpPr>
        <p:sp>
          <p:nvSpPr>
            <p:cNvPr id="1955" name="Rechteck: abgerundete Ecken 1954">
              <a:extLst>
                <a:ext uri="{FF2B5EF4-FFF2-40B4-BE49-F238E27FC236}">
                  <a16:creationId xmlns:a16="http://schemas.microsoft.com/office/drawing/2014/main" id="{4A898285-7D0C-FAAE-0BCD-1A56818D3895}"/>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956" name="Picture 56">
              <a:extLst>
                <a:ext uri="{FF2B5EF4-FFF2-40B4-BE49-F238E27FC236}">
                  <a16:creationId xmlns:a16="http://schemas.microsoft.com/office/drawing/2014/main" id="{B2709AF5-D29F-6A97-FC57-1D76C49BA2B9}"/>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957" name="Gruppieren 1956">
            <a:extLst>
              <a:ext uri="{FF2B5EF4-FFF2-40B4-BE49-F238E27FC236}">
                <a16:creationId xmlns:a16="http://schemas.microsoft.com/office/drawing/2014/main" id="{81AB5D94-B124-907C-A910-17BF9CA666DD}"/>
              </a:ext>
            </a:extLst>
          </p:cNvPr>
          <p:cNvGrpSpPr/>
          <p:nvPr/>
        </p:nvGrpSpPr>
        <p:grpSpPr>
          <a:xfrm>
            <a:off x="5395374" y="9119325"/>
            <a:ext cx="297484" cy="137286"/>
            <a:chOff x="1759989" y="1957464"/>
            <a:chExt cx="487369" cy="202913"/>
          </a:xfrm>
        </p:grpSpPr>
        <p:sp>
          <p:nvSpPr>
            <p:cNvPr id="1958" name="Rechteck: abgerundete Ecken 1957">
              <a:extLst>
                <a:ext uri="{FF2B5EF4-FFF2-40B4-BE49-F238E27FC236}">
                  <a16:creationId xmlns:a16="http://schemas.microsoft.com/office/drawing/2014/main" id="{9B60B6EF-3809-54E5-6254-E832698B5FD1}"/>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959" name="Picture 56">
              <a:extLst>
                <a:ext uri="{FF2B5EF4-FFF2-40B4-BE49-F238E27FC236}">
                  <a16:creationId xmlns:a16="http://schemas.microsoft.com/office/drawing/2014/main" id="{7C5CD123-E62E-4BDE-BEF1-077837CC7E2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aphicFrame>
        <p:nvGraphicFramePr>
          <p:cNvPr id="1353" name="Tabelle 1352">
            <a:extLst>
              <a:ext uri="{FF2B5EF4-FFF2-40B4-BE49-F238E27FC236}">
                <a16:creationId xmlns:a16="http://schemas.microsoft.com/office/drawing/2014/main" id="{642651FF-55B1-4062-2783-00CAEB55C4F9}"/>
              </a:ext>
            </a:extLst>
          </p:cNvPr>
          <p:cNvGraphicFramePr>
            <a:graphicFrameLocks/>
          </p:cNvGraphicFramePr>
          <p:nvPr>
            <p:extLst>
              <p:ext uri="{D42A27DB-BD31-4B8C-83A1-F6EECF244321}">
                <p14:modId xmlns:p14="http://schemas.microsoft.com/office/powerpoint/2010/main" val="1151132082"/>
              </p:ext>
            </p:extLst>
          </p:nvPr>
        </p:nvGraphicFramePr>
        <p:xfrm>
          <a:off x="3801389" y="5830668"/>
          <a:ext cx="3391850" cy="3473700"/>
        </p:xfrm>
        <a:graphic>
          <a:graphicData uri="http://schemas.openxmlformats.org/drawingml/2006/table">
            <a:tbl>
              <a:tblPr/>
              <a:tblGrid>
                <a:gridCol w="678370">
                  <a:extLst>
                    <a:ext uri="{9D8B030D-6E8A-4147-A177-3AD203B41FA5}">
                      <a16:colId xmlns:a16="http://schemas.microsoft.com/office/drawing/2014/main" val="3935564523"/>
                    </a:ext>
                  </a:extLst>
                </a:gridCol>
                <a:gridCol w="678370">
                  <a:extLst>
                    <a:ext uri="{9D8B030D-6E8A-4147-A177-3AD203B41FA5}">
                      <a16:colId xmlns:a16="http://schemas.microsoft.com/office/drawing/2014/main" val="1416093164"/>
                    </a:ext>
                  </a:extLst>
                </a:gridCol>
                <a:gridCol w="678370">
                  <a:extLst>
                    <a:ext uri="{9D8B030D-6E8A-4147-A177-3AD203B41FA5}">
                      <a16:colId xmlns:a16="http://schemas.microsoft.com/office/drawing/2014/main" val="1713105741"/>
                    </a:ext>
                  </a:extLst>
                </a:gridCol>
                <a:gridCol w="678370">
                  <a:extLst>
                    <a:ext uri="{9D8B030D-6E8A-4147-A177-3AD203B41FA5}">
                      <a16:colId xmlns:a16="http://schemas.microsoft.com/office/drawing/2014/main" val="2308491657"/>
                    </a:ext>
                  </a:extLst>
                </a:gridCol>
                <a:gridCol w="678370">
                  <a:extLst>
                    <a:ext uri="{9D8B030D-6E8A-4147-A177-3AD203B41FA5}">
                      <a16:colId xmlns:a16="http://schemas.microsoft.com/office/drawing/2014/main" val="4064175999"/>
                    </a:ext>
                  </a:extLst>
                </a:gridCol>
              </a:tblGrid>
              <a:tr h="347370">
                <a:tc>
                  <a:txBody>
                    <a:bodyPr/>
                    <a:lstStyle/>
                    <a:p>
                      <a:pPr algn="ctr" rtl="0" fontAlgn="b">
                        <a:buNone/>
                      </a:pPr>
                      <a:r>
                        <a:rPr lang="de-DE" sz="1200" dirty="0">
                          <a:effectLst/>
                        </a:rPr>
                        <a:t>20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9230808"/>
                  </a:ext>
                </a:extLst>
              </a:tr>
              <a:tr h="347370">
                <a:tc>
                  <a:txBody>
                    <a:bodyPr/>
                    <a:lstStyle/>
                    <a:p>
                      <a:pPr algn="ctr" rtl="0" fontAlgn="b">
                        <a:buNone/>
                      </a:pPr>
                      <a:r>
                        <a:rPr lang="de-DE" sz="1200" dirty="0">
                          <a:effectLst/>
                        </a:rPr>
                        <a:t>40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10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10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338801"/>
                  </a:ext>
                </a:extLst>
              </a:tr>
              <a:tr h="347370">
                <a:tc>
                  <a:txBody>
                    <a:bodyPr/>
                    <a:lstStyle/>
                    <a:p>
                      <a:pPr algn="ctr" rtl="0" fontAlgn="b">
                        <a:buNone/>
                      </a:pPr>
                      <a:r>
                        <a:rPr lang="de-DE" sz="1200" dirty="0">
                          <a:effectLst/>
                        </a:rPr>
                        <a:t>60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15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15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3132993"/>
                  </a:ext>
                </a:extLst>
              </a:tr>
              <a:tr h="347370">
                <a:tc>
                  <a:txBody>
                    <a:bodyPr/>
                    <a:lstStyle/>
                    <a:p>
                      <a:pPr algn="ctr" rtl="0" fontAlgn="b">
                        <a:buNone/>
                      </a:pPr>
                      <a:r>
                        <a:rPr lang="de-DE" sz="1200" dirty="0">
                          <a:effectLst/>
                        </a:rPr>
                        <a:t>80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20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20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5865098"/>
                  </a:ext>
                </a:extLst>
              </a:tr>
              <a:tr h="347370">
                <a:tc>
                  <a:txBody>
                    <a:bodyPr/>
                    <a:lstStyle/>
                    <a:p>
                      <a:pPr algn="ctr" rtl="0" fontAlgn="b">
                        <a:buNone/>
                      </a:pPr>
                      <a:r>
                        <a:rPr lang="de-DE" sz="1200" dirty="0">
                          <a:effectLst/>
                        </a:rPr>
                        <a:t>100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25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25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9572818"/>
                  </a:ext>
                </a:extLst>
              </a:tr>
              <a:tr h="347370">
                <a:tc>
                  <a:txBody>
                    <a:bodyPr/>
                    <a:lstStyle/>
                    <a:p>
                      <a:pPr algn="ctr" rtl="0" fontAlgn="b">
                        <a:buNone/>
                      </a:pPr>
                      <a:r>
                        <a:rPr lang="de-DE" sz="1200" dirty="0">
                          <a:effectLst/>
                        </a:rPr>
                        <a:t>120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30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30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789321"/>
                  </a:ext>
                </a:extLst>
              </a:tr>
              <a:tr h="347370">
                <a:tc>
                  <a:txBody>
                    <a:bodyPr/>
                    <a:lstStyle/>
                    <a:p>
                      <a:pPr algn="ctr" rtl="0" fontAlgn="b">
                        <a:buNone/>
                      </a:pPr>
                      <a:r>
                        <a:rPr lang="de-DE" sz="1200" dirty="0">
                          <a:effectLst/>
                        </a:rPr>
                        <a:t>140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35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35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2539343"/>
                  </a:ext>
                </a:extLst>
              </a:tr>
              <a:tr h="347370">
                <a:tc>
                  <a:txBody>
                    <a:bodyPr/>
                    <a:lstStyle/>
                    <a:p>
                      <a:pPr algn="ctr" rtl="0" fontAlgn="b">
                        <a:buNone/>
                      </a:pPr>
                      <a:r>
                        <a:rPr lang="de-DE" sz="1200" dirty="0">
                          <a:effectLst/>
                        </a:rPr>
                        <a:t>160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40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40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314834"/>
                  </a:ext>
                </a:extLst>
              </a:tr>
              <a:tr h="347370">
                <a:tc>
                  <a:txBody>
                    <a:bodyPr/>
                    <a:lstStyle/>
                    <a:p>
                      <a:pPr algn="ctr" rtl="0" fontAlgn="b">
                        <a:buNone/>
                      </a:pPr>
                      <a:r>
                        <a:rPr lang="de-DE" sz="1200" dirty="0">
                          <a:effectLst/>
                        </a:rPr>
                        <a:t>180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45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45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194553"/>
                  </a:ext>
                </a:extLst>
              </a:tr>
              <a:tr h="347370">
                <a:tc>
                  <a:txBody>
                    <a:bodyPr/>
                    <a:lstStyle/>
                    <a:p>
                      <a:pPr algn="ctr" rtl="0" fontAlgn="b">
                        <a:buNone/>
                      </a:pPr>
                      <a:r>
                        <a:rPr lang="de-DE" sz="1200" dirty="0">
                          <a:effectLst/>
                        </a:rPr>
                        <a:t>200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50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50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20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b">
                        <a:buNone/>
                      </a:pPr>
                      <a:r>
                        <a:rPr lang="de-DE" sz="1200" dirty="0">
                          <a:effectLst/>
                        </a:rPr>
                        <a:t>     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094036"/>
                  </a:ext>
                </a:extLst>
              </a:tr>
            </a:tbl>
          </a:graphicData>
        </a:graphic>
      </p:graphicFrame>
      <p:grpSp>
        <p:nvGrpSpPr>
          <p:cNvPr id="36" name="Gruppieren 35">
            <a:extLst>
              <a:ext uri="{FF2B5EF4-FFF2-40B4-BE49-F238E27FC236}">
                <a16:creationId xmlns:a16="http://schemas.microsoft.com/office/drawing/2014/main" id="{C5EDAFEA-5651-60E6-E5B5-040DF33756AE}"/>
              </a:ext>
            </a:extLst>
          </p:cNvPr>
          <p:cNvGrpSpPr/>
          <p:nvPr/>
        </p:nvGrpSpPr>
        <p:grpSpPr>
          <a:xfrm rot="16200000">
            <a:off x="1413694" y="7403511"/>
            <a:ext cx="4535003" cy="641595"/>
            <a:chOff x="1568384" y="2197282"/>
            <a:chExt cx="4535003" cy="641595"/>
          </a:xfrm>
        </p:grpSpPr>
        <p:sp>
          <p:nvSpPr>
            <p:cNvPr id="22" name="Pfeil: nach unten 67">
              <a:extLst>
                <a:ext uri="{FF2B5EF4-FFF2-40B4-BE49-F238E27FC236}">
                  <a16:creationId xmlns:a16="http://schemas.microsoft.com/office/drawing/2014/main" id="{14829A38-D0EC-B418-1265-BDE3DE2D8E88}"/>
                </a:ext>
              </a:extLst>
            </p:cNvPr>
            <p:cNvSpPr/>
            <p:nvPr/>
          </p:nvSpPr>
          <p:spPr>
            <a:xfrm rot="16200000">
              <a:off x="3856581" y="467543"/>
              <a:ext cx="378566" cy="4115046"/>
            </a:xfrm>
            <a:prstGeom prst="downArrow">
              <a:avLst>
                <a:gd name="adj1" fmla="val 100000"/>
                <a:gd name="adj2" fmla="val 50000"/>
              </a:avLst>
            </a:prstGeom>
            <a:gradFill flip="none" rotWithShape="1">
              <a:gsLst>
                <a:gs pos="48905">
                  <a:srgbClr val="FFC000"/>
                </a:gs>
                <a:gs pos="1000">
                  <a:srgbClr val="15C609"/>
                </a:gs>
                <a:gs pos="100000">
                  <a:srgbClr val="FF0000"/>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pic>
          <p:nvPicPr>
            <p:cNvPr id="23" name="Grafik 39">
              <a:extLst>
                <a:ext uri="{FF2B5EF4-FFF2-40B4-BE49-F238E27FC236}">
                  <a16:creationId xmlns:a16="http://schemas.microsoft.com/office/drawing/2014/main" id="{F2182EEF-F9BB-CC09-B177-8498CE34FB17}"/>
                </a:ext>
              </a:extLst>
            </p:cNvPr>
            <p:cNvPicPr>
              <a:picLocks noChangeAspect="1"/>
            </p:cNvPicPr>
            <p:nvPr/>
          </p:nvPicPr>
          <p:blipFill>
            <a:blip r:embed="rId8">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rot="5400000">
              <a:off x="1568384" y="2197282"/>
              <a:ext cx="641595" cy="641595"/>
            </a:xfrm>
            <a:prstGeom prst="rect">
              <a:avLst/>
            </a:prstGeom>
          </p:spPr>
        </p:pic>
        <p:sp>
          <p:nvSpPr>
            <p:cNvPr id="24" name="Rechteck: abgerundete Ecken 23">
              <a:extLst>
                <a:ext uri="{FF2B5EF4-FFF2-40B4-BE49-F238E27FC236}">
                  <a16:creationId xmlns:a16="http://schemas.microsoft.com/office/drawing/2014/main" id="{EB846FB8-3FE9-A860-8BBE-C08A22C34DA8}"/>
                </a:ext>
              </a:extLst>
            </p:cNvPr>
            <p:cNvSpPr/>
            <p:nvPr/>
          </p:nvSpPr>
          <p:spPr>
            <a:xfrm rot="5400000">
              <a:off x="2204559" y="2374260"/>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sp>
          <p:nvSpPr>
            <p:cNvPr id="25" name="Rechteck: abgerundete Ecken 24">
              <a:extLst>
                <a:ext uri="{FF2B5EF4-FFF2-40B4-BE49-F238E27FC236}">
                  <a16:creationId xmlns:a16="http://schemas.microsoft.com/office/drawing/2014/main" id="{255FF029-27C5-BD7E-264C-1552C5D103E1}"/>
                </a:ext>
              </a:extLst>
            </p:cNvPr>
            <p:cNvSpPr/>
            <p:nvPr/>
          </p:nvSpPr>
          <p:spPr>
            <a:xfrm>
              <a:off x="2555287"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 name="Rechteck: abgerundete Ecken 25">
              <a:extLst>
                <a:ext uri="{FF2B5EF4-FFF2-40B4-BE49-F238E27FC236}">
                  <a16:creationId xmlns:a16="http://schemas.microsoft.com/office/drawing/2014/main" id="{9A8C1FF9-EB05-7DC7-C0BF-07AEB1DCA7EB}"/>
                </a:ext>
              </a:extLst>
            </p:cNvPr>
            <p:cNvSpPr/>
            <p:nvPr/>
          </p:nvSpPr>
          <p:spPr>
            <a:xfrm>
              <a:off x="2906015"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 name="Rechteck: abgerundete Ecken 26">
              <a:extLst>
                <a:ext uri="{FF2B5EF4-FFF2-40B4-BE49-F238E27FC236}">
                  <a16:creationId xmlns:a16="http://schemas.microsoft.com/office/drawing/2014/main" id="{32F19A3D-087A-A7BA-B769-2AFF2C821748}"/>
                </a:ext>
              </a:extLst>
            </p:cNvPr>
            <p:cNvSpPr/>
            <p:nvPr/>
          </p:nvSpPr>
          <p:spPr>
            <a:xfrm>
              <a:off x="3256743"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8" name="Rechteck: abgerundete Ecken 27">
              <a:extLst>
                <a:ext uri="{FF2B5EF4-FFF2-40B4-BE49-F238E27FC236}">
                  <a16:creationId xmlns:a16="http://schemas.microsoft.com/office/drawing/2014/main" id="{32E925D7-56FA-2DBA-74AE-950F6513B6B6}"/>
                </a:ext>
              </a:extLst>
            </p:cNvPr>
            <p:cNvSpPr/>
            <p:nvPr/>
          </p:nvSpPr>
          <p:spPr>
            <a:xfrm>
              <a:off x="3607471"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9" name="Rechteck: abgerundete Ecken 28">
              <a:extLst>
                <a:ext uri="{FF2B5EF4-FFF2-40B4-BE49-F238E27FC236}">
                  <a16:creationId xmlns:a16="http://schemas.microsoft.com/office/drawing/2014/main" id="{842674C3-DCD6-D7FE-861E-87390A14974D}"/>
                </a:ext>
              </a:extLst>
            </p:cNvPr>
            <p:cNvSpPr/>
            <p:nvPr/>
          </p:nvSpPr>
          <p:spPr>
            <a:xfrm>
              <a:off x="3958199"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30" name="Rechteck: abgerundete Ecken 29">
              <a:extLst>
                <a:ext uri="{FF2B5EF4-FFF2-40B4-BE49-F238E27FC236}">
                  <a16:creationId xmlns:a16="http://schemas.microsoft.com/office/drawing/2014/main" id="{332A3713-5E14-316E-C2DE-AF8DE9CAE6BF}"/>
                </a:ext>
              </a:extLst>
            </p:cNvPr>
            <p:cNvSpPr/>
            <p:nvPr/>
          </p:nvSpPr>
          <p:spPr>
            <a:xfrm>
              <a:off x="4308927"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31" name="Rechteck: abgerundete Ecken 30">
              <a:extLst>
                <a:ext uri="{FF2B5EF4-FFF2-40B4-BE49-F238E27FC236}">
                  <a16:creationId xmlns:a16="http://schemas.microsoft.com/office/drawing/2014/main" id="{5EBD5B2F-984A-DB08-58FA-5640E6FD78F9}"/>
                </a:ext>
              </a:extLst>
            </p:cNvPr>
            <p:cNvSpPr/>
            <p:nvPr/>
          </p:nvSpPr>
          <p:spPr>
            <a:xfrm>
              <a:off x="4659655"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32" name="Rechteck: abgerundete Ecken 31">
              <a:extLst>
                <a:ext uri="{FF2B5EF4-FFF2-40B4-BE49-F238E27FC236}">
                  <a16:creationId xmlns:a16="http://schemas.microsoft.com/office/drawing/2014/main" id="{B4D9EFB4-F57F-79F1-9829-53976E3F448E}"/>
                </a:ext>
              </a:extLst>
            </p:cNvPr>
            <p:cNvSpPr/>
            <p:nvPr/>
          </p:nvSpPr>
          <p:spPr>
            <a:xfrm>
              <a:off x="5010383"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33" name="Rechteck: abgerundete Ecken 32">
              <a:extLst>
                <a:ext uri="{FF2B5EF4-FFF2-40B4-BE49-F238E27FC236}">
                  <a16:creationId xmlns:a16="http://schemas.microsoft.com/office/drawing/2014/main" id="{A004D09E-A9E1-67B3-D0EC-4886DB331342}"/>
                </a:ext>
              </a:extLst>
            </p:cNvPr>
            <p:cNvSpPr/>
            <p:nvPr/>
          </p:nvSpPr>
          <p:spPr>
            <a:xfrm>
              <a:off x="5361115" y="23742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pic>
        <p:nvPicPr>
          <p:cNvPr id="38" name="Grafik 37">
            <a:extLst>
              <a:ext uri="{FF2B5EF4-FFF2-40B4-BE49-F238E27FC236}">
                <a16:creationId xmlns:a16="http://schemas.microsoft.com/office/drawing/2014/main" id="{1B954BD9-FE10-642E-236A-0500DBDBB85A}"/>
              </a:ext>
            </a:extLst>
          </p:cNvPr>
          <p:cNvPicPr>
            <a:picLocks noChangeAspect="1"/>
          </p:cNvPicPr>
          <p:nvPr/>
        </p:nvPicPr>
        <p:blipFill>
          <a:blip r:embed="rId9">
            <a:clrChange>
              <a:clrFrom>
                <a:srgbClr val="FF66FF"/>
              </a:clrFrom>
              <a:clrTo>
                <a:srgbClr val="FF66FF">
                  <a:alpha val="0"/>
                </a:srgbClr>
              </a:clrTo>
            </a:clrChange>
          </a:blip>
          <a:stretch>
            <a:fillRect/>
          </a:stretch>
        </p:blipFill>
        <p:spPr>
          <a:xfrm>
            <a:off x="6105121" y="9421640"/>
            <a:ext cx="453055" cy="453055"/>
          </a:xfrm>
          <a:prstGeom prst="rect">
            <a:avLst/>
          </a:prstGeom>
        </p:spPr>
      </p:pic>
      <p:pic>
        <p:nvPicPr>
          <p:cNvPr id="40" name="Grafik 39">
            <a:extLst>
              <a:ext uri="{FF2B5EF4-FFF2-40B4-BE49-F238E27FC236}">
                <a16:creationId xmlns:a16="http://schemas.microsoft.com/office/drawing/2014/main" id="{8DB152D0-37CC-E813-3FAD-059BD309C292}"/>
              </a:ext>
            </a:extLst>
          </p:cNvPr>
          <p:cNvPicPr>
            <a:picLocks noChangeAspect="1"/>
          </p:cNvPicPr>
          <p:nvPr/>
        </p:nvPicPr>
        <p:blipFill>
          <a:blip r:embed="rId10">
            <a:clrChange>
              <a:clrFrom>
                <a:srgbClr val="FF66FF"/>
              </a:clrFrom>
              <a:clrTo>
                <a:srgbClr val="FF66FF">
                  <a:alpha val="0"/>
                </a:srgbClr>
              </a:clrTo>
            </a:clrChange>
          </a:blip>
          <a:stretch>
            <a:fillRect/>
          </a:stretch>
        </p:blipFill>
        <p:spPr>
          <a:xfrm>
            <a:off x="5442844" y="9421640"/>
            <a:ext cx="453055" cy="453055"/>
          </a:xfrm>
          <a:prstGeom prst="rect">
            <a:avLst/>
          </a:prstGeom>
        </p:spPr>
      </p:pic>
      <p:pic>
        <p:nvPicPr>
          <p:cNvPr id="42" name="Grafik 41">
            <a:extLst>
              <a:ext uri="{FF2B5EF4-FFF2-40B4-BE49-F238E27FC236}">
                <a16:creationId xmlns:a16="http://schemas.microsoft.com/office/drawing/2014/main" id="{666A9DD2-C671-0BC0-5E82-3456C3642879}"/>
              </a:ext>
            </a:extLst>
          </p:cNvPr>
          <p:cNvPicPr>
            <a:picLocks noChangeAspect="1"/>
          </p:cNvPicPr>
          <p:nvPr/>
        </p:nvPicPr>
        <p:blipFill>
          <a:blip r:embed="rId11">
            <a:clrChange>
              <a:clrFrom>
                <a:srgbClr val="FF66FF"/>
              </a:clrFrom>
              <a:clrTo>
                <a:srgbClr val="FF66FF">
                  <a:alpha val="0"/>
                </a:srgbClr>
              </a:clrTo>
            </a:clrChange>
          </a:blip>
          <a:stretch>
            <a:fillRect/>
          </a:stretch>
        </p:blipFill>
        <p:spPr>
          <a:xfrm>
            <a:off x="4780567" y="9421640"/>
            <a:ext cx="453055" cy="453055"/>
          </a:xfrm>
          <a:prstGeom prst="rect">
            <a:avLst/>
          </a:prstGeom>
        </p:spPr>
      </p:pic>
      <p:pic>
        <p:nvPicPr>
          <p:cNvPr id="48" name="Grafik 47">
            <a:extLst>
              <a:ext uri="{FF2B5EF4-FFF2-40B4-BE49-F238E27FC236}">
                <a16:creationId xmlns:a16="http://schemas.microsoft.com/office/drawing/2014/main" id="{6FAF1BF0-A924-24B7-0208-AAE6FC9421C4}"/>
              </a:ext>
            </a:extLst>
          </p:cNvPr>
          <p:cNvPicPr>
            <a:picLocks noChangeAspect="1"/>
          </p:cNvPicPr>
          <p:nvPr/>
        </p:nvPicPr>
        <p:blipFill>
          <a:blip r:embed="rId12">
            <a:clrChange>
              <a:clrFrom>
                <a:srgbClr val="FF66FF"/>
              </a:clrFrom>
              <a:clrTo>
                <a:srgbClr val="FF66FF">
                  <a:alpha val="0"/>
                </a:srgbClr>
              </a:clrTo>
            </a:clrChange>
          </a:blip>
          <a:stretch>
            <a:fillRect/>
          </a:stretch>
        </p:blipFill>
        <p:spPr>
          <a:xfrm>
            <a:off x="4118290" y="9421640"/>
            <a:ext cx="453055" cy="453055"/>
          </a:xfrm>
          <a:prstGeom prst="rect">
            <a:avLst/>
          </a:prstGeom>
        </p:spPr>
      </p:pic>
      <p:grpSp>
        <p:nvGrpSpPr>
          <p:cNvPr id="162" name="Gruppieren 161">
            <a:extLst>
              <a:ext uri="{FF2B5EF4-FFF2-40B4-BE49-F238E27FC236}">
                <a16:creationId xmlns:a16="http://schemas.microsoft.com/office/drawing/2014/main" id="{39B553D8-91EF-8BFC-BE3F-1879F203D367}"/>
              </a:ext>
            </a:extLst>
          </p:cNvPr>
          <p:cNvGrpSpPr/>
          <p:nvPr/>
        </p:nvGrpSpPr>
        <p:grpSpPr>
          <a:xfrm rot="16200000">
            <a:off x="7646958" y="8377783"/>
            <a:ext cx="593520" cy="2433467"/>
            <a:chOff x="913940" y="4166085"/>
            <a:chExt cx="593520" cy="2433467"/>
          </a:xfrm>
        </p:grpSpPr>
        <p:sp>
          <p:nvSpPr>
            <p:cNvPr id="155" name="Pfeil: nach unten 65">
              <a:extLst>
                <a:ext uri="{FF2B5EF4-FFF2-40B4-BE49-F238E27FC236}">
                  <a16:creationId xmlns:a16="http://schemas.microsoft.com/office/drawing/2014/main" id="{86B4D3F3-2D7B-F3BB-62C5-74534A938D16}"/>
                </a:ext>
              </a:extLst>
            </p:cNvPr>
            <p:cNvSpPr/>
            <p:nvPr/>
          </p:nvSpPr>
          <p:spPr>
            <a:xfrm>
              <a:off x="1044373" y="4616966"/>
              <a:ext cx="369333" cy="1982586"/>
            </a:xfrm>
            <a:prstGeom prst="downArrow">
              <a:avLst>
                <a:gd name="adj1" fmla="val 100000"/>
                <a:gd name="adj2" fmla="val 25412"/>
              </a:avLst>
            </a:prstGeom>
            <a:gradFill flip="none" rotWithShape="1">
              <a:gsLst>
                <a:gs pos="0">
                  <a:schemeClr val="tx2">
                    <a:lumMod val="10000"/>
                    <a:lumOff val="90000"/>
                  </a:schemeClr>
                </a:gs>
                <a:gs pos="100000">
                  <a:srgbClr val="CAEEFB">
                    <a:shade val="100000"/>
                    <a:satMod val="115000"/>
                  </a:srgbClr>
                </a:gs>
              </a:gsLst>
              <a:lin ang="16200000" scaled="1"/>
              <a:tileRect/>
            </a:gra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156" name="Rechteck: abgerundete Ecken 155">
              <a:extLst>
                <a:ext uri="{FF2B5EF4-FFF2-40B4-BE49-F238E27FC236}">
                  <a16:creationId xmlns:a16="http://schemas.microsoft.com/office/drawing/2014/main" id="{2DC71A8C-1D00-5D71-6FE9-F419418844F5}"/>
                </a:ext>
              </a:extLst>
            </p:cNvPr>
            <p:cNvSpPr/>
            <p:nvPr/>
          </p:nvSpPr>
          <p:spPr>
            <a:xfrm>
              <a:off x="1074793" y="4707507"/>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lIns="0" tIns="0" rIns="0" bIns="0" rtlCol="0" anchor="ctr"/>
            <a:lstStyle/>
            <a:p>
              <a:pPr algn="ctr"/>
              <a:r>
                <a:rPr lang="de-DE" sz="1600" dirty="0">
                  <a:solidFill>
                    <a:sysClr val="windowText" lastClr="000000"/>
                  </a:solidFill>
                </a:rPr>
                <a:t>1</a:t>
              </a:r>
            </a:p>
          </p:txBody>
        </p:sp>
        <p:sp>
          <p:nvSpPr>
            <p:cNvPr id="157" name="Rechteck: abgerundete Ecken 156">
              <a:extLst>
                <a:ext uri="{FF2B5EF4-FFF2-40B4-BE49-F238E27FC236}">
                  <a16:creationId xmlns:a16="http://schemas.microsoft.com/office/drawing/2014/main" id="{43441C4A-7B88-131E-CA0C-C883646DD3C1}"/>
                </a:ext>
              </a:extLst>
            </p:cNvPr>
            <p:cNvSpPr/>
            <p:nvPr/>
          </p:nvSpPr>
          <p:spPr>
            <a:xfrm>
              <a:off x="1074793" y="507374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lIns="0" tIns="0" rIns="0" bIns="0" rtlCol="0" anchor="ctr"/>
            <a:lstStyle/>
            <a:p>
              <a:pPr algn="ctr"/>
              <a:r>
                <a:rPr lang="de-DE" sz="1600" dirty="0">
                  <a:solidFill>
                    <a:sysClr val="windowText" lastClr="000000"/>
                  </a:solidFill>
                </a:rPr>
                <a:t>2</a:t>
              </a:r>
            </a:p>
          </p:txBody>
        </p:sp>
        <p:sp>
          <p:nvSpPr>
            <p:cNvPr id="158" name="Rechteck: abgerundete Ecken 157">
              <a:extLst>
                <a:ext uri="{FF2B5EF4-FFF2-40B4-BE49-F238E27FC236}">
                  <a16:creationId xmlns:a16="http://schemas.microsoft.com/office/drawing/2014/main" id="{DE8CDA84-C6AD-3903-4F02-0EF1315F8009}"/>
                </a:ext>
              </a:extLst>
            </p:cNvPr>
            <p:cNvSpPr/>
            <p:nvPr/>
          </p:nvSpPr>
          <p:spPr>
            <a:xfrm>
              <a:off x="1074793" y="617245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lIns="0" tIns="0" rIns="0" bIns="0" rtlCol="0" anchor="ctr"/>
            <a:lstStyle/>
            <a:p>
              <a:pPr algn="ctr"/>
              <a:r>
                <a:rPr lang="de-DE" sz="1600" dirty="0">
                  <a:solidFill>
                    <a:sysClr val="windowText" lastClr="000000"/>
                  </a:solidFill>
                </a:rPr>
                <a:t>5</a:t>
              </a:r>
            </a:p>
          </p:txBody>
        </p:sp>
        <p:sp>
          <p:nvSpPr>
            <p:cNvPr id="159" name="Rechteck: abgerundete Ecken 158">
              <a:extLst>
                <a:ext uri="{FF2B5EF4-FFF2-40B4-BE49-F238E27FC236}">
                  <a16:creationId xmlns:a16="http://schemas.microsoft.com/office/drawing/2014/main" id="{77F5B514-582D-240F-B8BA-E4FE2AB42D96}"/>
                </a:ext>
              </a:extLst>
            </p:cNvPr>
            <p:cNvSpPr/>
            <p:nvPr/>
          </p:nvSpPr>
          <p:spPr>
            <a:xfrm>
              <a:off x="1074793" y="543997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lIns="0" tIns="0" rIns="0" bIns="0" rtlCol="0" anchor="ctr"/>
            <a:lstStyle/>
            <a:p>
              <a:pPr algn="ctr"/>
              <a:r>
                <a:rPr lang="de-DE" sz="1600" dirty="0">
                  <a:solidFill>
                    <a:sysClr val="windowText" lastClr="000000"/>
                  </a:solidFill>
                </a:rPr>
                <a:t>3</a:t>
              </a:r>
            </a:p>
          </p:txBody>
        </p:sp>
        <p:sp>
          <p:nvSpPr>
            <p:cNvPr id="160" name="Rechteck: abgerundete Ecken 159">
              <a:extLst>
                <a:ext uri="{FF2B5EF4-FFF2-40B4-BE49-F238E27FC236}">
                  <a16:creationId xmlns:a16="http://schemas.microsoft.com/office/drawing/2014/main" id="{93D19508-C281-1E1A-BCA4-56071BFCA980}"/>
                </a:ext>
              </a:extLst>
            </p:cNvPr>
            <p:cNvSpPr/>
            <p:nvPr/>
          </p:nvSpPr>
          <p:spPr>
            <a:xfrm>
              <a:off x="1074793" y="5806215"/>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 lIns="0" tIns="0" rIns="0" bIns="0" rtlCol="0" anchor="ctr"/>
            <a:lstStyle/>
            <a:p>
              <a:pPr algn="ctr"/>
              <a:r>
                <a:rPr lang="de-DE" sz="1600" dirty="0">
                  <a:solidFill>
                    <a:sysClr val="windowText" lastClr="000000"/>
                  </a:solidFill>
                </a:rPr>
                <a:t>4</a:t>
              </a:r>
            </a:p>
          </p:txBody>
        </p:sp>
        <p:pic>
          <p:nvPicPr>
            <p:cNvPr id="161" name="Grafik 41">
              <a:extLst>
                <a:ext uri="{FF2B5EF4-FFF2-40B4-BE49-F238E27FC236}">
                  <a16:creationId xmlns:a16="http://schemas.microsoft.com/office/drawing/2014/main" id="{BA4C38E0-98D9-F379-E4F7-CAD6801FA6C6}"/>
                </a:ext>
              </a:extLst>
            </p:cNvPr>
            <p:cNvPicPr>
              <a:picLocks noChangeAspect="1"/>
            </p:cNvPicPr>
            <p:nvPr/>
          </p:nvPicPr>
          <p:blipFill>
            <a:blip r:embed="rId1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rot="5400000">
              <a:off x="925311" y="4154714"/>
              <a:ext cx="570778" cy="593520"/>
            </a:xfrm>
            <a:prstGeom prst="rect">
              <a:avLst/>
            </a:prstGeom>
          </p:spPr>
        </p:pic>
      </p:grpSp>
      <p:sp>
        <p:nvSpPr>
          <p:cNvPr id="522" name="Pfeil: nach unten 67">
            <a:extLst>
              <a:ext uri="{FF2B5EF4-FFF2-40B4-BE49-F238E27FC236}">
                <a16:creationId xmlns:a16="http://schemas.microsoft.com/office/drawing/2014/main" id="{3ADEDA10-A573-FE11-A894-F03CB96510DE}"/>
              </a:ext>
            </a:extLst>
          </p:cNvPr>
          <p:cNvSpPr/>
          <p:nvPr/>
        </p:nvSpPr>
        <p:spPr>
          <a:xfrm rot="10800000">
            <a:off x="12239946" y="5664437"/>
            <a:ext cx="501505" cy="4141870"/>
          </a:xfrm>
          <a:prstGeom prst="downArrow">
            <a:avLst>
              <a:gd name="adj1" fmla="val 100000"/>
              <a:gd name="adj2" fmla="val 50000"/>
            </a:avLst>
          </a:prstGeom>
          <a:gradFill flip="none" rotWithShape="1">
            <a:gsLst>
              <a:gs pos="100000">
                <a:schemeClr val="bg1"/>
              </a:gs>
              <a:gs pos="0">
                <a:srgbClr val="15C609"/>
              </a:gs>
            </a:gsLst>
            <a:lin ang="16200000" scaled="1"/>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8" name="Pfeil: nach links und rechts 7">
            <a:extLst>
              <a:ext uri="{FF2B5EF4-FFF2-40B4-BE49-F238E27FC236}">
                <a16:creationId xmlns:a16="http://schemas.microsoft.com/office/drawing/2014/main" id="{AE14B6CE-D729-1A14-C007-2C854427051E}"/>
              </a:ext>
            </a:extLst>
          </p:cNvPr>
          <p:cNvSpPr/>
          <p:nvPr/>
        </p:nvSpPr>
        <p:spPr>
          <a:xfrm rot="16200000">
            <a:off x="560719" y="7241471"/>
            <a:ext cx="3770674" cy="713235"/>
          </a:xfrm>
          <a:prstGeom prst="leftRightArrow">
            <a:avLst>
              <a:gd name="adj1" fmla="val 100000"/>
              <a:gd name="adj2" fmla="val 32144"/>
            </a:avLst>
          </a:prstGeom>
          <a:gradFill flip="none" rotWithShape="1">
            <a:gsLst>
              <a:gs pos="48905">
                <a:srgbClr val="FFC000"/>
              </a:gs>
              <a:gs pos="28000">
                <a:srgbClr val="C7DDBA"/>
              </a:gs>
              <a:gs pos="74000">
                <a:srgbClr val="D6896A"/>
              </a:gs>
            </a:gsLst>
            <a:lin ang="10800000" scaled="0"/>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grpSp>
        <p:nvGrpSpPr>
          <p:cNvPr id="122" name="Gruppieren 121">
            <a:extLst>
              <a:ext uri="{FF2B5EF4-FFF2-40B4-BE49-F238E27FC236}">
                <a16:creationId xmlns:a16="http://schemas.microsoft.com/office/drawing/2014/main" id="{B8E3886D-EE56-D892-EF12-9AE2CA49D187}"/>
              </a:ext>
            </a:extLst>
          </p:cNvPr>
          <p:cNvGrpSpPr/>
          <p:nvPr/>
        </p:nvGrpSpPr>
        <p:grpSpPr>
          <a:xfrm>
            <a:off x="2465523" y="5920905"/>
            <a:ext cx="439691" cy="3357278"/>
            <a:chOff x="1556122" y="1917784"/>
            <a:chExt cx="439691" cy="3357278"/>
          </a:xfrm>
        </p:grpSpPr>
        <p:grpSp>
          <p:nvGrpSpPr>
            <p:cNvPr id="93" name="Gruppieren 92">
              <a:extLst>
                <a:ext uri="{FF2B5EF4-FFF2-40B4-BE49-F238E27FC236}">
                  <a16:creationId xmlns:a16="http://schemas.microsoft.com/office/drawing/2014/main" id="{441F154B-F4E5-B141-5E0A-6328115F7A60}"/>
                </a:ext>
              </a:extLst>
            </p:cNvPr>
            <p:cNvGrpSpPr/>
            <p:nvPr/>
          </p:nvGrpSpPr>
          <p:grpSpPr>
            <a:xfrm>
              <a:off x="1556122" y="1917784"/>
              <a:ext cx="439691" cy="202913"/>
              <a:chOff x="1759989" y="1957464"/>
              <a:chExt cx="487369" cy="202913"/>
            </a:xfrm>
          </p:grpSpPr>
          <p:sp>
            <p:nvSpPr>
              <p:cNvPr id="91" name="Rechteck: abgerundete Ecken 90">
                <a:extLst>
                  <a:ext uri="{FF2B5EF4-FFF2-40B4-BE49-F238E27FC236}">
                    <a16:creationId xmlns:a16="http://schemas.microsoft.com/office/drawing/2014/main" id="{9AF1A2D7-387F-8E4E-17E6-7F91C3E0B9E5}"/>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2" name="Picture 56">
                <a:extLst>
                  <a:ext uri="{FF2B5EF4-FFF2-40B4-BE49-F238E27FC236}">
                    <a16:creationId xmlns:a16="http://schemas.microsoft.com/office/drawing/2014/main" id="{4800F52A-3238-DC6F-27C9-0C4F01E8D2B3}"/>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94" name="Gruppieren 93">
              <a:extLst>
                <a:ext uri="{FF2B5EF4-FFF2-40B4-BE49-F238E27FC236}">
                  <a16:creationId xmlns:a16="http://schemas.microsoft.com/office/drawing/2014/main" id="{FF428C98-0753-AE63-89DD-6532522A4C32}"/>
                </a:ext>
              </a:extLst>
            </p:cNvPr>
            <p:cNvGrpSpPr/>
            <p:nvPr/>
          </p:nvGrpSpPr>
          <p:grpSpPr>
            <a:xfrm>
              <a:off x="1556122" y="2268269"/>
              <a:ext cx="439691" cy="202913"/>
              <a:chOff x="1759989" y="1957464"/>
              <a:chExt cx="487369" cy="202913"/>
            </a:xfrm>
          </p:grpSpPr>
          <p:sp>
            <p:nvSpPr>
              <p:cNvPr id="95" name="Rechteck: abgerundete Ecken 94">
                <a:extLst>
                  <a:ext uri="{FF2B5EF4-FFF2-40B4-BE49-F238E27FC236}">
                    <a16:creationId xmlns:a16="http://schemas.microsoft.com/office/drawing/2014/main" id="{7EF8410B-9E1B-005B-9664-ACB2FCC0655C}"/>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6" name="Picture 56">
                <a:extLst>
                  <a:ext uri="{FF2B5EF4-FFF2-40B4-BE49-F238E27FC236}">
                    <a16:creationId xmlns:a16="http://schemas.microsoft.com/office/drawing/2014/main" id="{21038B32-012F-9169-F0B0-41549D76E129}"/>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97" name="Gruppieren 96">
              <a:extLst>
                <a:ext uri="{FF2B5EF4-FFF2-40B4-BE49-F238E27FC236}">
                  <a16:creationId xmlns:a16="http://schemas.microsoft.com/office/drawing/2014/main" id="{1B3D1714-3B67-84A9-7249-DD42242C37DA}"/>
                </a:ext>
              </a:extLst>
            </p:cNvPr>
            <p:cNvGrpSpPr/>
            <p:nvPr/>
          </p:nvGrpSpPr>
          <p:grpSpPr>
            <a:xfrm>
              <a:off x="1556122" y="2618754"/>
              <a:ext cx="439691" cy="202913"/>
              <a:chOff x="1759989" y="1957464"/>
              <a:chExt cx="487369" cy="202913"/>
            </a:xfrm>
          </p:grpSpPr>
          <p:sp>
            <p:nvSpPr>
              <p:cNvPr id="98" name="Rechteck: abgerundete Ecken 97">
                <a:extLst>
                  <a:ext uri="{FF2B5EF4-FFF2-40B4-BE49-F238E27FC236}">
                    <a16:creationId xmlns:a16="http://schemas.microsoft.com/office/drawing/2014/main" id="{8CD43895-62ED-F026-EE47-DE0D3EAFE5FA}"/>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9" name="Picture 56">
                <a:extLst>
                  <a:ext uri="{FF2B5EF4-FFF2-40B4-BE49-F238E27FC236}">
                    <a16:creationId xmlns:a16="http://schemas.microsoft.com/office/drawing/2014/main" id="{CE4D5967-455D-4CC5-E479-4384FD713483}"/>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03" name="Gruppieren 102">
              <a:extLst>
                <a:ext uri="{FF2B5EF4-FFF2-40B4-BE49-F238E27FC236}">
                  <a16:creationId xmlns:a16="http://schemas.microsoft.com/office/drawing/2014/main" id="{E74BC9BC-AD31-D87D-A08A-6BBAE86AF88C}"/>
                </a:ext>
              </a:extLst>
            </p:cNvPr>
            <p:cNvGrpSpPr/>
            <p:nvPr/>
          </p:nvGrpSpPr>
          <p:grpSpPr>
            <a:xfrm>
              <a:off x="1556122" y="3319724"/>
              <a:ext cx="439691" cy="202913"/>
              <a:chOff x="1759989" y="1957464"/>
              <a:chExt cx="487369" cy="202913"/>
            </a:xfrm>
          </p:grpSpPr>
          <p:sp>
            <p:nvSpPr>
              <p:cNvPr id="104" name="Rechteck: abgerundete Ecken 103">
                <a:extLst>
                  <a:ext uri="{FF2B5EF4-FFF2-40B4-BE49-F238E27FC236}">
                    <a16:creationId xmlns:a16="http://schemas.microsoft.com/office/drawing/2014/main" id="{C95B9CFC-DB98-A43B-83A9-E633B8FA34DB}"/>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5" name="Picture 56">
                <a:extLst>
                  <a:ext uri="{FF2B5EF4-FFF2-40B4-BE49-F238E27FC236}">
                    <a16:creationId xmlns:a16="http://schemas.microsoft.com/office/drawing/2014/main" id="{45ACB137-5059-5D8F-F3AB-EF63A6008DC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06" name="Gruppieren 105">
              <a:extLst>
                <a:ext uri="{FF2B5EF4-FFF2-40B4-BE49-F238E27FC236}">
                  <a16:creationId xmlns:a16="http://schemas.microsoft.com/office/drawing/2014/main" id="{9DB380A2-FF88-F0AB-51E2-338A3ECC1134}"/>
                </a:ext>
              </a:extLst>
            </p:cNvPr>
            <p:cNvGrpSpPr/>
            <p:nvPr/>
          </p:nvGrpSpPr>
          <p:grpSpPr>
            <a:xfrm>
              <a:off x="1556122" y="3670209"/>
              <a:ext cx="439691" cy="202913"/>
              <a:chOff x="1759989" y="1957464"/>
              <a:chExt cx="487369" cy="202913"/>
            </a:xfrm>
          </p:grpSpPr>
          <p:sp>
            <p:nvSpPr>
              <p:cNvPr id="107" name="Rechteck: abgerundete Ecken 106">
                <a:extLst>
                  <a:ext uri="{FF2B5EF4-FFF2-40B4-BE49-F238E27FC236}">
                    <a16:creationId xmlns:a16="http://schemas.microsoft.com/office/drawing/2014/main" id="{177B324A-D44A-D59F-8F99-E9DE03FE13A8}"/>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8" name="Picture 56">
                <a:extLst>
                  <a:ext uri="{FF2B5EF4-FFF2-40B4-BE49-F238E27FC236}">
                    <a16:creationId xmlns:a16="http://schemas.microsoft.com/office/drawing/2014/main" id="{6DA30117-55D1-57EA-B2B8-074AE71F16C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09" name="Gruppieren 108">
              <a:extLst>
                <a:ext uri="{FF2B5EF4-FFF2-40B4-BE49-F238E27FC236}">
                  <a16:creationId xmlns:a16="http://schemas.microsoft.com/office/drawing/2014/main" id="{AD2165D9-E870-67E9-AFD9-B7CD28D681F2}"/>
                </a:ext>
              </a:extLst>
            </p:cNvPr>
            <p:cNvGrpSpPr/>
            <p:nvPr/>
          </p:nvGrpSpPr>
          <p:grpSpPr>
            <a:xfrm>
              <a:off x="1556122" y="4020694"/>
              <a:ext cx="439691" cy="202913"/>
              <a:chOff x="1759989" y="1957464"/>
              <a:chExt cx="487369" cy="202913"/>
            </a:xfrm>
          </p:grpSpPr>
          <p:sp>
            <p:nvSpPr>
              <p:cNvPr id="110" name="Rechteck: abgerundete Ecken 109">
                <a:extLst>
                  <a:ext uri="{FF2B5EF4-FFF2-40B4-BE49-F238E27FC236}">
                    <a16:creationId xmlns:a16="http://schemas.microsoft.com/office/drawing/2014/main" id="{2E627751-64CD-E231-8A12-01E94FD36913}"/>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1" name="Picture 56">
                <a:extLst>
                  <a:ext uri="{FF2B5EF4-FFF2-40B4-BE49-F238E27FC236}">
                    <a16:creationId xmlns:a16="http://schemas.microsoft.com/office/drawing/2014/main" id="{83FCA5CC-B11D-1508-B8BD-D3FE6871CB7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12" name="Gruppieren 111">
              <a:extLst>
                <a:ext uri="{FF2B5EF4-FFF2-40B4-BE49-F238E27FC236}">
                  <a16:creationId xmlns:a16="http://schemas.microsoft.com/office/drawing/2014/main" id="{875B78A2-6703-60F3-2B4A-629B02B7DC5C}"/>
                </a:ext>
              </a:extLst>
            </p:cNvPr>
            <p:cNvGrpSpPr/>
            <p:nvPr/>
          </p:nvGrpSpPr>
          <p:grpSpPr>
            <a:xfrm>
              <a:off x="1556122" y="4371179"/>
              <a:ext cx="439691" cy="202913"/>
              <a:chOff x="1759989" y="1957464"/>
              <a:chExt cx="487369" cy="202913"/>
            </a:xfrm>
          </p:grpSpPr>
          <p:sp>
            <p:nvSpPr>
              <p:cNvPr id="113" name="Rechteck: abgerundete Ecken 112">
                <a:extLst>
                  <a:ext uri="{FF2B5EF4-FFF2-40B4-BE49-F238E27FC236}">
                    <a16:creationId xmlns:a16="http://schemas.microsoft.com/office/drawing/2014/main" id="{93A33730-AEDF-6B1F-2E6F-9466DFED267B}"/>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4" name="Picture 56">
                <a:extLst>
                  <a:ext uri="{FF2B5EF4-FFF2-40B4-BE49-F238E27FC236}">
                    <a16:creationId xmlns:a16="http://schemas.microsoft.com/office/drawing/2014/main" id="{E66746D9-4926-16C2-63A3-B90FDAD75E6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15" name="Gruppieren 114">
              <a:extLst>
                <a:ext uri="{FF2B5EF4-FFF2-40B4-BE49-F238E27FC236}">
                  <a16:creationId xmlns:a16="http://schemas.microsoft.com/office/drawing/2014/main" id="{007D6F48-586B-B54D-67A8-BE6F16F4CD21}"/>
                </a:ext>
              </a:extLst>
            </p:cNvPr>
            <p:cNvGrpSpPr/>
            <p:nvPr/>
          </p:nvGrpSpPr>
          <p:grpSpPr>
            <a:xfrm>
              <a:off x="1556122" y="4721664"/>
              <a:ext cx="439691" cy="202913"/>
              <a:chOff x="1759989" y="1957464"/>
              <a:chExt cx="487369" cy="202913"/>
            </a:xfrm>
          </p:grpSpPr>
          <p:sp>
            <p:nvSpPr>
              <p:cNvPr id="116" name="Rechteck: abgerundete Ecken 115">
                <a:extLst>
                  <a:ext uri="{FF2B5EF4-FFF2-40B4-BE49-F238E27FC236}">
                    <a16:creationId xmlns:a16="http://schemas.microsoft.com/office/drawing/2014/main" id="{C8B2DD96-451B-29A8-0709-AEBA58C3CD78}"/>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7" name="Picture 56">
                <a:extLst>
                  <a:ext uri="{FF2B5EF4-FFF2-40B4-BE49-F238E27FC236}">
                    <a16:creationId xmlns:a16="http://schemas.microsoft.com/office/drawing/2014/main" id="{81DBD37D-3B3E-3482-2258-F20171A9937A}"/>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118" name="Gruppieren 117">
              <a:extLst>
                <a:ext uri="{FF2B5EF4-FFF2-40B4-BE49-F238E27FC236}">
                  <a16:creationId xmlns:a16="http://schemas.microsoft.com/office/drawing/2014/main" id="{61840F27-0BA1-FE69-B4D9-33DAA5D65155}"/>
                </a:ext>
              </a:extLst>
            </p:cNvPr>
            <p:cNvGrpSpPr/>
            <p:nvPr/>
          </p:nvGrpSpPr>
          <p:grpSpPr>
            <a:xfrm>
              <a:off x="1556122" y="5072149"/>
              <a:ext cx="439691" cy="202913"/>
              <a:chOff x="1759989" y="1957464"/>
              <a:chExt cx="487369" cy="202913"/>
            </a:xfrm>
          </p:grpSpPr>
          <p:sp>
            <p:nvSpPr>
              <p:cNvPr id="119" name="Rechteck: abgerundete Ecken 118">
                <a:extLst>
                  <a:ext uri="{FF2B5EF4-FFF2-40B4-BE49-F238E27FC236}">
                    <a16:creationId xmlns:a16="http://schemas.microsoft.com/office/drawing/2014/main" id="{099EE788-4BB2-FD6A-1950-D0017CB7D881}"/>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0" name="Picture 56">
                <a:extLst>
                  <a:ext uri="{FF2B5EF4-FFF2-40B4-BE49-F238E27FC236}">
                    <a16:creationId xmlns:a16="http://schemas.microsoft.com/office/drawing/2014/main" id="{28E18E31-7EC4-A178-CA7A-E258069833C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sp>
        <p:nvSpPr>
          <p:cNvPr id="10" name="Rechteck: abgerundete Ecken 9">
            <a:extLst>
              <a:ext uri="{FF2B5EF4-FFF2-40B4-BE49-F238E27FC236}">
                <a16:creationId xmlns:a16="http://schemas.microsoft.com/office/drawing/2014/main" id="{B5E066CC-B84E-DFD8-0A36-F09CB1FFF1C6}"/>
              </a:ext>
            </a:extLst>
          </p:cNvPr>
          <p:cNvSpPr/>
          <p:nvPr/>
        </p:nvSpPr>
        <p:spPr>
          <a:xfrm rot="5400000">
            <a:off x="2131744" y="5877131"/>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11" name="Rechteck: abgerundete Ecken 10">
            <a:extLst>
              <a:ext uri="{FF2B5EF4-FFF2-40B4-BE49-F238E27FC236}">
                <a16:creationId xmlns:a16="http://schemas.microsoft.com/office/drawing/2014/main" id="{426D4EDF-96F5-2308-5370-0DDA228A7ACC}"/>
              </a:ext>
            </a:extLst>
          </p:cNvPr>
          <p:cNvSpPr/>
          <p:nvPr/>
        </p:nvSpPr>
        <p:spPr>
          <a:xfrm rot="5400000">
            <a:off x="2131744" y="622719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 name="Rechteck: abgerundete Ecken 11">
            <a:extLst>
              <a:ext uri="{FF2B5EF4-FFF2-40B4-BE49-F238E27FC236}">
                <a16:creationId xmlns:a16="http://schemas.microsoft.com/office/drawing/2014/main" id="{1328E635-4762-6D14-34B8-FC1E79685DAD}"/>
              </a:ext>
            </a:extLst>
          </p:cNvPr>
          <p:cNvSpPr/>
          <p:nvPr/>
        </p:nvSpPr>
        <p:spPr>
          <a:xfrm rot="5400000">
            <a:off x="2131744" y="657726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3" name="Rechteck: abgerundete Ecken 12">
            <a:extLst>
              <a:ext uri="{FF2B5EF4-FFF2-40B4-BE49-F238E27FC236}">
                <a16:creationId xmlns:a16="http://schemas.microsoft.com/office/drawing/2014/main" id="{F0387DB7-76D7-B450-BAB7-AF06BE80AF06}"/>
              </a:ext>
            </a:extLst>
          </p:cNvPr>
          <p:cNvSpPr/>
          <p:nvPr/>
        </p:nvSpPr>
        <p:spPr>
          <a:xfrm>
            <a:off x="2131744" y="6927326"/>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ysClr val="windowText" lastClr="000000"/>
              </a:solidFill>
            </a:endParaRPr>
          </a:p>
        </p:txBody>
      </p:sp>
      <p:sp>
        <p:nvSpPr>
          <p:cNvPr id="14" name="Rechteck: abgerundete Ecken 13">
            <a:extLst>
              <a:ext uri="{FF2B5EF4-FFF2-40B4-BE49-F238E27FC236}">
                <a16:creationId xmlns:a16="http://schemas.microsoft.com/office/drawing/2014/main" id="{0E8E6242-AEF0-CBBA-3761-AAF72591DFA4}"/>
              </a:ext>
            </a:extLst>
          </p:cNvPr>
          <p:cNvSpPr/>
          <p:nvPr/>
        </p:nvSpPr>
        <p:spPr>
          <a:xfrm rot="5400000">
            <a:off x="2131744" y="762745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5" name="Rechteck: abgerundete Ecken 14">
            <a:extLst>
              <a:ext uri="{FF2B5EF4-FFF2-40B4-BE49-F238E27FC236}">
                <a16:creationId xmlns:a16="http://schemas.microsoft.com/office/drawing/2014/main" id="{FBFCE8E5-E5C6-9911-E398-F25AA1A6ADE9}"/>
              </a:ext>
            </a:extLst>
          </p:cNvPr>
          <p:cNvSpPr/>
          <p:nvPr/>
        </p:nvSpPr>
        <p:spPr>
          <a:xfrm rot="5400000">
            <a:off x="2131744" y="727739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6" name="Rechteck: abgerundete Ecken 15">
            <a:extLst>
              <a:ext uri="{FF2B5EF4-FFF2-40B4-BE49-F238E27FC236}">
                <a16:creationId xmlns:a16="http://schemas.microsoft.com/office/drawing/2014/main" id="{703BC7E1-F51E-978C-A26E-A55B7BADEE16}"/>
              </a:ext>
            </a:extLst>
          </p:cNvPr>
          <p:cNvSpPr/>
          <p:nvPr/>
        </p:nvSpPr>
        <p:spPr>
          <a:xfrm rot="5400000">
            <a:off x="2131744" y="797752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 name="Rechteck: abgerundete Ecken 16">
            <a:extLst>
              <a:ext uri="{FF2B5EF4-FFF2-40B4-BE49-F238E27FC236}">
                <a16:creationId xmlns:a16="http://schemas.microsoft.com/office/drawing/2014/main" id="{F4F3CF0F-2AAD-7ECB-92C8-562EA6C91D27}"/>
              </a:ext>
            </a:extLst>
          </p:cNvPr>
          <p:cNvSpPr/>
          <p:nvPr/>
        </p:nvSpPr>
        <p:spPr>
          <a:xfrm rot="5400000">
            <a:off x="2131744" y="832758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 name="Rechteck: abgerundete Ecken 17">
            <a:extLst>
              <a:ext uri="{FF2B5EF4-FFF2-40B4-BE49-F238E27FC236}">
                <a16:creationId xmlns:a16="http://schemas.microsoft.com/office/drawing/2014/main" id="{035E4F1B-43F7-FB87-AA1E-1F7ADF919D65}"/>
              </a:ext>
            </a:extLst>
          </p:cNvPr>
          <p:cNvSpPr/>
          <p:nvPr/>
        </p:nvSpPr>
        <p:spPr>
          <a:xfrm rot="5400000">
            <a:off x="2131744" y="867765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 name="Rechteck: abgerundete Ecken 18">
            <a:extLst>
              <a:ext uri="{FF2B5EF4-FFF2-40B4-BE49-F238E27FC236}">
                <a16:creationId xmlns:a16="http://schemas.microsoft.com/office/drawing/2014/main" id="{B71A8574-F5A9-2D31-F95B-C3D2B5FEC4AB}"/>
              </a:ext>
            </a:extLst>
          </p:cNvPr>
          <p:cNvSpPr/>
          <p:nvPr/>
        </p:nvSpPr>
        <p:spPr>
          <a:xfrm rot="5400000">
            <a:off x="2131744" y="9027715"/>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320" name="Picture 62">
            <a:extLst>
              <a:ext uri="{FF2B5EF4-FFF2-40B4-BE49-F238E27FC236}">
                <a16:creationId xmlns:a16="http://schemas.microsoft.com/office/drawing/2014/main" id="{BEE8E435-B214-B0BB-4AA1-CDC6B9378887}"/>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2193731" y="9489790"/>
            <a:ext cx="613598" cy="613598"/>
          </a:xfrm>
          <a:prstGeom prst="rect">
            <a:avLst/>
          </a:prstGeom>
        </p:spPr>
      </p:pic>
      <p:sp>
        <p:nvSpPr>
          <p:cNvPr id="416" name="Pfeil: nach links und rechts 415">
            <a:extLst>
              <a:ext uri="{FF2B5EF4-FFF2-40B4-BE49-F238E27FC236}">
                <a16:creationId xmlns:a16="http://schemas.microsoft.com/office/drawing/2014/main" id="{C7958CD2-8F55-CCE4-B1B6-F370E3EFA0F3}"/>
              </a:ext>
            </a:extLst>
          </p:cNvPr>
          <p:cNvSpPr/>
          <p:nvPr/>
        </p:nvSpPr>
        <p:spPr>
          <a:xfrm rot="5400000">
            <a:off x="7998197" y="7317107"/>
            <a:ext cx="3921944" cy="713235"/>
          </a:xfrm>
          <a:prstGeom prst="leftRightArrow">
            <a:avLst>
              <a:gd name="adj1" fmla="val 100000"/>
              <a:gd name="adj2" fmla="val 32144"/>
            </a:avLst>
          </a:prstGeom>
          <a:gradFill flip="none" rotWithShape="1">
            <a:gsLst>
              <a:gs pos="47000">
                <a:srgbClr val="FFC000"/>
              </a:gs>
              <a:gs pos="28000">
                <a:srgbClr val="C2FF70"/>
              </a:gs>
              <a:gs pos="73000">
                <a:srgbClr val="FE7575"/>
              </a:gs>
            </a:gsLst>
            <a:lin ang="0" scaled="0"/>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sp>
        <p:nvSpPr>
          <p:cNvPr id="448" name="Rechteck: abgerundete Ecken 447">
            <a:extLst>
              <a:ext uri="{FF2B5EF4-FFF2-40B4-BE49-F238E27FC236}">
                <a16:creationId xmlns:a16="http://schemas.microsoft.com/office/drawing/2014/main" id="{489AA73A-83DB-3177-46DE-932BB795312F}"/>
              </a:ext>
            </a:extLst>
          </p:cNvPr>
          <p:cNvSpPr/>
          <p:nvPr/>
        </p:nvSpPr>
        <p:spPr>
          <a:xfrm rot="5400000">
            <a:off x="9650493" y="5974696"/>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449" name="Rechteck: abgerundete Ecken 448">
            <a:extLst>
              <a:ext uri="{FF2B5EF4-FFF2-40B4-BE49-F238E27FC236}">
                <a16:creationId xmlns:a16="http://schemas.microsoft.com/office/drawing/2014/main" id="{5E04606E-8734-E416-0E56-FDAF895D2B28}"/>
              </a:ext>
            </a:extLst>
          </p:cNvPr>
          <p:cNvSpPr/>
          <p:nvPr/>
        </p:nvSpPr>
        <p:spPr>
          <a:xfrm rot="5400000">
            <a:off x="9650493" y="632476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0" name="Rechteck: abgerundete Ecken 449">
            <a:extLst>
              <a:ext uri="{FF2B5EF4-FFF2-40B4-BE49-F238E27FC236}">
                <a16:creationId xmlns:a16="http://schemas.microsoft.com/office/drawing/2014/main" id="{9C9BD602-59A5-907A-05E2-E6D761D71C0C}"/>
              </a:ext>
            </a:extLst>
          </p:cNvPr>
          <p:cNvSpPr/>
          <p:nvPr/>
        </p:nvSpPr>
        <p:spPr>
          <a:xfrm rot="5400000">
            <a:off x="9650493" y="667482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1" name="Rechteck: abgerundete Ecken 450">
            <a:extLst>
              <a:ext uri="{FF2B5EF4-FFF2-40B4-BE49-F238E27FC236}">
                <a16:creationId xmlns:a16="http://schemas.microsoft.com/office/drawing/2014/main" id="{2459C95E-C086-BC8F-9148-1ED9B5406D24}"/>
              </a:ext>
            </a:extLst>
          </p:cNvPr>
          <p:cNvSpPr/>
          <p:nvPr/>
        </p:nvSpPr>
        <p:spPr>
          <a:xfrm>
            <a:off x="9650493" y="8775216"/>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sp>
        <p:nvSpPr>
          <p:cNvPr id="452" name="Rechteck: abgerundete Ecken 451">
            <a:extLst>
              <a:ext uri="{FF2B5EF4-FFF2-40B4-BE49-F238E27FC236}">
                <a16:creationId xmlns:a16="http://schemas.microsoft.com/office/drawing/2014/main" id="{7AE22A7B-50F0-37D3-6FAA-E7EE40366843}"/>
              </a:ext>
            </a:extLst>
          </p:cNvPr>
          <p:cNvSpPr/>
          <p:nvPr/>
        </p:nvSpPr>
        <p:spPr>
          <a:xfrm rot="5400000">
            <a:off x="9650493" y="702489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3" name="Rechteck: abgerundete Ecken 452">
            <a:extLst>
              <a:ext uri="{FF2B5EF4-FFF2-40B4-BE49-F238E27FC236}">
                <a16:creationId xmlns:a16="http://schemas.microsoft.com/office/drawing/2014/main" id="{9519C00D-00D0-419C-9189-9F1CEA808497}"/>
              </a:ext>
            </a:extLst>
          </p:cNvPr>
          <p:cNvSpPr/>
          <p:nvPr/>
        </p:nvSpPr>
        <p:spPr>
          <a:xfrm rot="5400000">
            <a:off x="9650493" y="737495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4" name="Rechteck: abgerundete Ecken 453">
            <a:extLst>
              <a:ext uri="{FF2B5EF4-FFF2-40B4-BE49-F238E27FC236}">
                <a16:creationId xmlns:a16="http://schemas.microsoft.com/office/drawing/2014/main" id="{917B94DF-D28A-9503-71A8-AECC2ED62776}"/>
              </a:ext>
            </a:extLst>
          </p:cNvPr>
          <p:cNvSpPr/>
          <p:nvPr/>
        </p:nvSpPr>
        <p:spPr>
          <a:xfrm rot="5400000">
            <a:off x="9650493" y="772502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5" name="Rechteck: abgerundete Ecken 454">
            <a:extLst>
              <a:ext uri="{FF2B5EF4-FFF2-40B4-BE49-F238E27FC236}">
                <a16:creationId xmlns:a16="http://schemas.microsoft.com/office/drawing/2014/main" id="{AA3F0D62-A1DF-D728-1098-7AE63476BC4D}"/>
              </a:ext>
            </a:extLst>
          </p:cNvPr>
          <p:cNvSpPr/>
          <p:nvPr/>
        </p:nvSpPr>
        <p:spPr>
          <a:xfrm rot="5400000">
            <a:off x="9650493" y="807508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6" name="Rechteck: abgerundete Ecken 455">
            <a:extLst>
              <a:ext uri="{FF2B5EF4-FFF2-40B4-BE49-F238E27FC236}">
                <a16:creationId xmlns:a16="http://schemas.microsoft.com/office/drawing/2014/main" id="{2AEEEC6A-9542-D3F7-6617-01ED66CB8510}"/>
              </a:ext>
            </a:extLst>
          </p:cNvPr>
          <p:cNvSpPr/>
          <p:nvPr/>
        </p:nvSpPr>
        <p:spPr>
          <a:xfrm rot="5400000">
            <a:off x="9650493" y="842515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57" name="Rechteck: abgerundete Ecken 456">
            <a:extLst>
              <a:ext uri="{FF2B5EF4-FFF2-40B4-BE49-F238E27FC236}">
                <a16:creationId xmlns:a16="http://schemas.microsoft.com/office/drawing/2014/main" id="{38423E98-5473-4AE8-7269-97BD2B01B504}"/>
              </a:ext>
            </a:extLst>
          </p:cNvPr>
          <p:cNvSpPr/>
          <p:nvPr/>
        </p:nvSpPr>
        <p:spPr>
          <a:xfrm rot="5400000">
            <a:off x="9650493" y="911766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292" name="Gruppieren 291">
            <a:extLst>
              <a:ext uri="{FF2B5EF4-FFF2-40B4-BE49-F238E27FC236}">
                <a16:creationId xmlns:a16="http://schemas.microsoft.com/office/drawing/2014/main" id="{DDB1CCB7-AE7A-62BD-9567-84933F94A8FD}"/>
              </a:ext>
            </a:extLst>
          </p:cNvPr>
          <p:cNvGrpSpPr/>
          <p:nvPr/>
        </p:nvGrpSpPr>
        <p:grpSpPr>
          <a:xfrm>
            <a:off x="9969720" y="6047129"/>
            <a:ext cx="439691" cy="202913"/>
            <a:chOff x="9302708" y="2064168"/>
            <a:chExt cx="439691" cy="202913"/>
          </a:xfrm>
        </p:grpSpPr>
        <p:sp>
          <p:nvSpPr>
            <p:cNvPr id="212" name="Rechteck: abgerundete Ecken 211">
              <a:extLst>
                <a:ext uri="{FF2B5EF4-FFF2-40B4-BE49-F238E27FC236}">
                  <a16:creationId xmlns:a16="http://schemas.microsoft.com/office/drawing/2014/main" id="{D40E24C1-D6B8-D463-0B44-154D1139D1B3}"/>
                </a:ext>
              </a:extLst>
            </p:cNvPr>
            <p:cNvSpPr/>
            <p:nvPr/>
          </p:nvSpPr>
          <p:spPr>
            <a:xfrm>
              <a:off x="9302708" y="206416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43" name="Grafik 121" descr="Strommast mit einfarbiger Füllung">
              <a:extLst>
                <a:ext uri="{FF2B5EF4-FFF2-40B4-BE49-F238E27FC236}">
                  <a16:creationId xmlns:a16="http://schemas.microsoft.com/office/drawing/2014/main" id="{328EC49B-12C0-4B69-2FAC-B3898A5C536D}"/>
                </a:ext>
              </a:extLst>
            </p:cNvPr>
            <p:cNvSpPr/>
            <p:nvPr/>
          </p:nvSpPr>
          <p:spPr>
            <a:xfrm>
              <a:off x="9533755" y="209176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91" name="Gruppieren 290">
            <a:extLst>
              <a:ext uri="{FF2B5EF4-FFF2-40B4-BE49-F238E27FC236}">
                <a16:creationId xmlns:a16="http://schemas.microsoft.com/office/drawing/2014/main" id="{F0A2F388-DD8E-DF62-5E55-BF05786AA147}"/>
              </a:ext>
            </a:extLst>
          </p:cNvPr>
          <p:cNvGrpSpPr/>
          <p:nvPr/>
        </p:nvGrpSpPr>
        <p:grpSpPr>
          <a:xfrm>
            <a:off x="9969720" y="6394571"/>
            <a:ext cx="439691" cy="202913"/>
            <a:chOff x="9302708" y="2411610"/>
            <a:chExt cx="439691" cy="202913"/>
          </a:xfrm>
        </p:grpSpPr>
        <p:sp>
          <p:nvSpPr>
            <p:cNvPr id="246" name="Rechteck: abgerundete Ecken 245">
              <a:extLst>
                <a:ext uri="{FF2B5EF4-FFF2-40B4-BE49-F238E27FC236}">
                  <a16:creationId xmlns:a16="http://schemas.microsoft.com/office/drawing/2014/main" id="{B5CF2B5B-67B4-BD0E-32BC-1F80DA60F1FA}"/>
                </a:ext>
              </a:extLst>
            </p:cNvPr>
            <p:cNvSpPr/>
            <p:nvPr/>
          </p:nvSpPr>
          <p:spPr>
            <a:xfrm>
              <a:off x="9302708" y="241161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47" name="Grafik 121" descr="Strommast mit einfarbiger Füllung">
              <a:extLst>
                <a:ext uri="{FF2B5EF4-FFF2-40B4-BE49-F238E27FC236}">
                  <a16:creationId xmlns:a16="http://schemas.microsoft.com/office/drawing/2014/main" id="{1F0549A9-5DC3-BAD6-847F-0C9ED25E52E7}"/>
                </a:ext>
              </a:extLst>
            </p:cNvPr>
            <p:cNvSpPr/>
            <p:nvPr/>
          </p:nvSpPr>
          <p:spPr>
            <a:xfrm>
              <a:off x="9533755" y="243920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90" name="Gruppieren 289">
            <a:extLst>
              <a:ext uri="{FF2B5EF4-FFF2-40B4-BE49-F238E27FC236}">
                <a16:creationId xmlns:a16="http://schemas.microsoft.com/office/drawing/2014/main" id="{6D7CA3A8-C5D7-E8BD-406B-D914D6683070}"/>
              </a:ext>
            </a:extLst>
          </p:cNvPr>
          <p:cNvGrpSpPr/>
          <p:nvPr/>
        </p:nvGrpSpPr>
        <p:grpSpPr>
          <a:xfrm>
            <a:off x="9969720" y="6742013"/>
            <a:ext cx="439691" cy="202913"/>
            <a:chOff x="9302708" y="2759052"/>
            <a:chExt cx="439691" cy="202913"/>
          </a:xfrm>
        </p:grpSpPr>
        <p:sp>
          <p:nvSpPr>
            <p:cNvPr id="249" name="Rechteck: abgerundete Ecken 248">
              <a:extLst>
                <a:ext uri="{FF2B5EF4-FFF2-40B4-BE49-F238E27FC236}">
                  <a16:creationId xmlns:a16="http://schemas.microsoft.com/office/drawing/2014/main" id="{01A4E0E8-9082-C959-E564-5ECEFA0C831A}"/>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50" name="Grafik 121" descr="Strommast mit einfarbiger Füllung">
              <a:extLst>
                <a:ext uri="{FF2B5EF4-FFF2-40B4-BE49-F238E27FC236}">
                  <a16:creationId xmlns:a16="http://schemas.microsoft.com/office/drawing/2014/main" id="{B8DBDA66-6CD5-A643-06C2-7DDE946D9DEE}"/>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9" name="Gruppieren 288">
            <a:extLst>
              <a:ext uri="{FF2B5EF4-FFF2-40B4-BE49-F238E27FC236}">
                <a16:creationId xmlns:a16="http://schemas.microsoft.com/office/drawing/2014/main" id="{A787482B-2A84-69A7-6312-044A05330435}"/>
              </a:ext>
            </a:extLst>
          </p:cNvPr>
          <p:cNvGrpSpPr/>
          <p:nvPr/>
        </p:nvGrpSpPr>
        <p:grpSpPr>
          <a:xfrm>
            <a:off x="9969720" y="7089455"/>
            <a:ext cx="439691" cy="202913"/>
            <a:chOff x="9302708" y="3106494"/>
            <a:chExt cx="439691" cy="202913"/>
          </a:xfrm>
        </p:grpSpPr>
        <p:sp>
          <p:nvSpPr>
            <p:cNvPr id="252" name="Rechteck: abgerundete Ecken 251">
              <a:extLst>
                <a:ext uri="{FF2B5EF4-FFF2-40B4-BE49-F238E27FC236}">
                  <a16:creationId xmlns:a16="http://schemas.microsoft.com/office/drawing/2014/main" id="{809F73F1-8E7C-7E81-8685-4463D2EDCB07}"/>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53" name="Grafik 121" descr="Strommast mit einfarbiger Füllung">
              <a:extLst>
                <a:ext uri="{FF2B5EF4-FFF2-40B4-BE49-F238E27FC236}">
                  <a16:creationId xmlns:a16="http://schemas.microsoft.com/office/drawing/2014/main" id="{C984062D-1893-0F87-3482-4FCB49CA0A3F}"/>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8" name="Gruppieren 287">
            <a:extLst>
              <a:ext uri="{FF2B5EF4-FFF2-40B4-BE49-F238E27FC236}">
                <a16:creationId xmlns:a16="http://schemas.microsoft.com/office/drawing/2014/main" id="{7BB04032-EDD9-73AA-238F-EA48874D217B}"/>
              </a:ext>
            </a:extLst>
          </p:cNvPr>
          <p:cNvGrpSpPr/>
          <p:nvPr/>
        </p:nvGrpSpPr>
        <p:grpSpPr>
          <a:xfrm>
            <a:off x="9969720" y="7436897"/>
            <a:ext cx="439691" cy="202913"/>
            <a:chOff x="9302708" y="3453936"/>
            <a:chExt cx="439691" cy="202913"/>
          </a:xfrm>
        </p:grpSpPr>
        <p:sp>
          <p:nvSpPr>
            <p:cNvPr id="255" name="Rechteck: abgerundete Ecken 254">
              <a:extLst>
                <a:ext uri="{FF2B5EF4-FFF2-40B4-BE49-F238E27FC236}">
                  <a16:creationId xmlns:a16="http://schemas.microsoft.com/office/drawing/2014/main" id="{430D8263-598C-2EFD-71B7-53FE9BD331B8}"/>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56" name="Grafik 121" descr="Strommast mit einfarbiger Füllung">
              <a:extLst>
                <a:ext uri="{FF2B5EF4-FFF2-40B4-BE49-F238E27FC236}">
                  <a16:creationId xmlns:a16="http://schemas.microsoft.com/office/drawing/2014/main" id="{031B8503-BB93-E629-346A-DCD06EB6763F}"/>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7" name="Gruppieren 286">
            <a:extLst>
              <a:ext uri="{FF2B5EF4-FFF2-40B4-BE49-F238E27FC236}">
                <a16:creationId xmlns:a16="http://schemas.microsoft.com/office/drawing/2014/main" id="{C1B57460-AB4E-FF7A-9209-1D92DF28DAFD}"/>
              </a:ext>
            </a:extLst>
          </p:cNvPr>
          <p:cNvGrpSpPr/>
          <p:nvPr/>
        </p:nvGrpSpPr>
        <p:grpSpPr>
          <a:xfrm>
            <a:off x="9969720" y="7784339"/>
            <a:ext cx="439691" cy="202913"/>
            <a:chOff x="9302708" y="3801378"/>
            <a:chExt cx="439691" cy="202913"/>
          </a:xfrm>
        </p:grpSpPr>
        <p:sp>
          <p:nvSpPr>
            <p:cNvPr id="258" name="Rechteck: abgerundete Ecken 257">
              <a:extLst>
                <a:ext uri="{FF2B5EF4-FFF2-40B4-BE49-F238E27FC236}">
                  <a16:creationId xmlns:a16="http://schemas.microsoft.com/office/drawing/2014/main" id="{5B1BF29D-8209-F1DD-6C2A-11EA58620D57}"/>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59" name="Grafik 121" descr="Strommast mit einfarbiger Füllung">
              <a:extLst>
                <a:ext uri="{FF2B5EF4-FFF2-40B4-BE49-F238E27FC236}">
                  <a16:creationId xmlns:a16="http://schemas.microsoft.com/office/drawing/2014/main" id="{D85C4EB3-B9E0-5615-2E61-8771C3B79213}"/>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6" name="Gruppieren 285">
            <a:extLst>
              <a:ext uri="{FF2B5EF4-FFF2-40B4-BE49-F238E27FC236}">
                <a16:creationId xmlns:a16="http://schemas.microsoft.com/office/drawing/2014/main" id="{F324359B-A247-79F7-5AE9-EC241E76932D}"/>
              </a:ext>
            </a:extLst>
          </p:cNvPr>
          <p:cNvGrpSpPr/>
          <p:nvPr/>
        </p:nvGrpSpPr>
        <p:grpSpPr>
          <a:xfrm>
            <a:off x="9969720" y="8131781"/>
            <a:ext cx="439691" cy="202913"/>
            <a:chOff x="9302708" y="4148820"/>
            <a:chExt cx="439691" cy="202913"/>
          </a:xfrm>
        </p:grpSpPr>
        <p:sp>
          <p:nvSpPr>
            <p:cNvPr id="261" name="Rechteck: abgerundete Ecken 260">
              <a:extLst>
                <a:ext uri="{FF2B5EF4-FFF2-40B4-BE49-F238E27FC236}">
                  <a16:creationId xmlns:a16="http://schemas.microsoft.com/office/drawing/2014/main" id="{86066566-4DEA-057A-B6C0-5F16A5A31B5B}"/>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2" name="Grafik 121" descr="Strommast mit einfarbiger Füllung">
              <a:extLst>
                <a:ext uri="{FF2B5EF4-FFF2-40B4-BE49-F238E27FC236}">
                  <a16:creationId xmlns:a16="http://schemas.microsoft.com/office/drawing/2014/main" id="{92024C23-135C-D321-D0A9-E34DC52E47A8}"/>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5" name="Gruppieren 284">
            <a:extLst>
              <a:ext uri="{FF2B5EF4-FFF2-40B4-BE49-F238E27FC236}">
                <a16:creationId xmlns:a16="http://schemas.microsoft.com/office/drawing/2014/main" id="{864DBB16-14E7-1110-77DE-131F121F7DBC}"/>
              </a:ext>
            </a:extLst>
          </p:cNvPr>
          <p:cNvGrpSpPr/>
          <p:nvPr/>
        </p:nvGrpSpPr>
        <p:grpSpPr>
          <a:xfrm>
            <a:off x="9969720" y="8479223"/>
            <a:ext cx="439691" cy="202913"/>
            <a:chOff x="9302708" y="4496262"/>
            <a:chExt cx="439691" cy="202913"/>
          </a:xfrm>
        </p:grpSpPr>
        <p:sp>
          <p:nvSpPr>
            <p:cNvPr id="264" name="Rechteck: abgerundete Ecken 263">
              <a:extLst>
                <a:ext uri="{FF2B5EF4-FFF2-40B4-BE49-F238E27FC236}">
                  <a16:creationId xmlns:a16="http://schemas.microsoft.com/office/drawing/2014/main" id="{27CBA8EA-1CDF-0235-06D1-E3F43C253370}"/>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5" name="Grafik 121" descr="Strommast mit einfarbiger Füllung">
              <a:extLst>
                <a:ext uri="{FF2B5EF4-FFF2-40B4-BE49-F238E27FC236}">
                  <a16:creationId xmlns:a16="http://schemas.microsoft.com/office/drawing/2014/main" id="{780C617C-0627-23C9-4D61-E63B76B49B24}"/>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4" name="Gruppieren 283">
            <a:extLst>
              <a:ext uri="{FF2B5EF4-FFF2-40B4-BE49-F238E27FC236}">
                <a16:creationId xmlns:a16="http://schemas.microsoft.com/office/drawing/2014/main" id="{9E0B25AB-8398-030D-0713-242051316940}"/>
              </a:ext>
            </a:extLst>
          </p:cNvPr>
          <p:cNvGrpSpPr/>
          <p:nvPr/>
        </p:nvGrpSpPr>
        <p:grpSpPr>
          <a:xfrm>
            <a:off x="9969720" y="8826665"/>
            <a:ext cx="439691" cy="202913"/>
            <a:chOff x="9302708" y="4843704"/>
            <a:chExt cx="439691" cy="202913"/>
          </a:xfrm>
        </p:grpSpPr>
        <p:sp>
          <p:nvSpPr>
            <p:cNvPr id="267" name="Rechteck: abgerundete Ecken 266">
              <a:extLst>
                <a:ext uri="{FF2B5EF4-FFF2-40B4-BE49-F238E27FC236}">
                  <a16:creationId xmlns:a16="http://schemas.microsoft.com/office/drawing/2014/main" id="{81A6F794-5284-26D9-6D4A-948BC433AEA5}"/>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8" name="Grafik 121" descr="Strommast mit einfarbiger Füllung">
              <a:extLst>
                <a:ext uri="{FF2B5EF4-FFF2-40B4-BE49-F238E27FC236}">
                  <a16:creationId xmlns:a16="http://schemas.microsoft.com/office/drawing/2014/main" id="{E194BF55-0210-94C3-8DFE-076332DAF497}"/>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283" name="Gruppieren 282">
            <a:extLst>
              <a:ext uri="{FF2B5EF4-FFF2-40B4-BE49-F238E27FC236}">
                <a16:creationId xmlns:a16="http://schemas.microsoft.com/office/drawing/2014/main" id="{738E9CF9-3D63-8212-8D4D-9DDDD529AF12}"/>
              </a:ext>
            </a:extLst>
          </p:cNvPr>
          <p:cNvGrpSpPr/>
          <p:nvPr/>
        </p:nvGrpSpPr>
        <p:grpSpPr>
          <a:xfrm>
            <a:off x="9969720" y="9174104"/>
            <a:ext cx="439691" cy="202913"/>
            <a:chOff x="9302708" y="5191143"/>
            <a:chExt cx="439691" cy="202913"/>
          </a:xfrm>
        </p:grpSpPr>
        <p:sp>
          <p:nvSpPr>
            <p:cNvPr id="270" name="Rechteck: abgerundete Ecken 269">
              <a:extLst>
                <a:ext uri="{FF2B5EF4-FFF2-40B4-BE49-F238E27FC236}">
                  <a16:creationId xmlns:a16="http://schemas.microsoft.com/office/drawing/2014/main" id="{F4DA355C-A3AE-4E08-F4F6-D5D30F7EC637}"/>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1" name="Grafik 121" descr="Strommast mit einfarbiger Füllung">
              <a:extLst>
                <a:ext uri="{FF2B5EF4-FFF2-40B4-BE49-F238E27FC236}">
                  <a16:creationId xmlns:a16="http://schemas.microsoft.com/office/drawing/2014/main" id="{B6BF0727-C3EA-0936-63C7-0EB0F4443C31}"/>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aphicFrame>
        <p:nvGraphicFramePr>
          <p:cNvPr id="272" name="Tabelle 271">
            <a:extLst>
              <a:ext uri="{FF2B5EF4-FFF2-40B4-BE49-F238E27FC236}">
                <a16:creationId xmlns:a16="http://schemas.microsoft.com/office/drawing/2014/main" id="{C8FEB6D3-F898-6156-7BB8-A49CA387CE09}"/>
              </a:ext>
            </a:extLst>
          </p:cNvPr>
          <p:cNvGraphicFramePr>
            <a:graphicFrameLocks noGrp="1"/>
          </p:cNvGraphicFramePr>
          <p:nvPr>
            <p:extLst>
              <p:ext uri="{D42A27DB-BD31-4B8C-83A1-F6EECF244321}">
                <p14:modId xmlns:p14="http://schemas.microsoft.com/office/powerpoint/2010/main" val="3186674898"/>
              </p:ext>
            </p:extLst>
          </p:nvPr>
        </p:nvGraphicFramePr>
        <p:xfrm>
          <a:off x="9979880" y="5969874"/>
          <a:ext cx="187165" cy="3493390"/>
        </p:xfrm>
        <a:graphic>
          <a:graphicData uri="http://schemas.openxmlformats.org/drawingml/2006/table">
            <a:tbl>
              <a:tblPr>
                <a:tableStyleId>{5C22544A-7EE6-4342-B048-85BDC9FD1C3A}</a:tableStyleId>
              </a:tblPr>
              <a:tblGrid>
                <a:gridCol w="187165">
                  <a:extLst>
                    <a:ext uri="{9D8B030D-6E8A-4147-A177-3AD203B41FA5}">
                      <a16:colId xmlns:a16="http://schemas.microsoft.com/office/drawing/2014/main" val="311902534"/>
                    </a:ext>
                  </a:extLst>
                </a:gridCol>
              </a:tblGrid>
              <a:tr h="349339">
                <a:tc>
                  <a:txBody>
                    <a:bodyPr/>
                    <a:lstStyle/>
                    <a:p>
                      <a:pPr algn="r"/>
                      <a:r>
                        <a:rPr lang="de-DE" sz="1050" b="0" dirty="0"/>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49339">
                <a:tc>
                  <a:txBody>
                    <a:bodyPr/>
                    <a:lstStyle/>
                    <a:p>
                      <a:pPr algn="r"/>
                      <a:r>
                        <a:rPr lang="de-DE" sz="105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49339">
                <a:tc>
                  <a:txBody>
                    <a:bodyPr/>
                    <a:lstStyle/>
                    <a:p>
                      <a:pPr algn="r"/>
                      <a:r>
                        <a:rPr lang="de-DE" sz="105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49339">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49339">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49339">
                <a:tc>
                  <a:txBody>
                    <a:bodyPr/>
                    <a:lstStyle/>
                    <a:p>
                      <a:pPr algn="r"/>
                      <a:r>
                        <a:rPr lang="de-DE" sz="105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49339">
                <a:tc>
                  <a:txBody>
                    <a:bodyPr/>
                    <a:lstStyle/>
                    <a:p>
                      <a:pPr algn="r"/>
                      <a:r>
                        <a:rPr lang="de-DE" sz="1050" b="0" dirty="0"/>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49339">
                <a:tc>
                  <a:txBody>
                    <a:bodyPr/>
                    <a:lstStyle/>
                    <a:p>
                      <a:pPr algn="r"/>
                      <a:r>
                        <a:rPr lang="de-DE" sz="1050" b="0" dirty="0"/>
                        <a:t>+7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49339">
                <a:tc>
                  <a:txBody>
                    <a:bodyPr/>
                    <a:lstStyle/>
                    <a:p>
                      <a:pPr algn="r"/>
                      <a:r>
                        <a:rPr lang="de-DE" sz="1050" b="0" dirty="0"/>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49339">
                <a:tc>
                  <a:txBody>
                    <a:bodyPr/>
                    <a:lstStyle/>
                    <a:p>
                      <a:pPr algn="r"/>
                      <a:r>
                        <a:rPr lang="de-DE" sz="1050" b="0" dirty="0"/>
                        <a:t>+9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pSp>
        <p:nvGrpSpPr>
          <p:cNvPr id="459" name="Gruppieren 458">
            <a:extLst>
              <a:ext uri="{FF2B5EF4-FFF2-40B4-BE49-F238E27FC236}">
                <a16:creationId xmlns:a16="http://schemas.microsoft.com/office/drawing/2014/main" id="{A260B500-C2AE-E819-BA5E-E802E952E9D1}"/>
              </a:ext>
            </a:extLst>
          </p:cNvPr>
          <p:cNvGrpSpPr/>
          <p:nvPr/>
        </p:nvGrpSpPr>
        <p:grpSpPr>
          <a:xfrm>
            <a:off x="9932596" y="6117878"/>
            <a:ext cx="67138" cy="3152484"/>
            <a:chOff x="3748036" y="1931747"/>
            <a:chExt cx="3135085" cy="3152484"/>
          </a:xfrm>
        </p:grpSpPr>
        <p:cxnSp>
          <p:nvCxnSpPr>
            <p:cNvPr id="460" name="Gerade Verbindung mit Pfeil 459">
              <a:extLst>
                <a:ext uri="{FF2B5EF4-FFF2-40B4-BE49-F238E27FC236}">
                  <a16:creationId xmlns:a16="http://schemas.microsoft.com/office/drawing/2014/main" id="{4B627806-7DCE-42E1-C354-3C3ED1BB2E3B}"/>
                </a:ext>
              </a:extLst>
            </p:cNvPr>
            <p:cNvCxnSpPr>
              <a:cxnSpLocks/>
            </p:cNvCxnSpPr>
            <p:nvPr/>
          </p:nvCxnSpPr>
          <p:spPr>
            <a:xfrm>
              <a:off x="3748036" y="1931747"/>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1" name="Gerade Verbindung mit Pfeil 460">
              <a:extLst>
                <a:ext uri="{FF2B5EF4-FFF2-40B4-BE49-F238E27FC236}">
                  <a16:creationId xmlns:a16="http://schemas.microsoft.com/office/drawing/2014/main" id="{DBD7727C-AD9C-23C1-9F7A-522C2F557C80}"/>
                </a:ext>
              </a:extLst>
            </p:cNvPr>
            <p:cNvCxnSpPr>
              <a:cxnSpLocks/>
            </p:cNvCxnSpPr>
            <p:nvPr/>
          </p:nvCxnSpPr>
          <p:spPr>
            <a:xfrm>
              <a:off x="3748036" y="2282023"/>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2" name="Gerade Verbindung mit Pfeil 461">
              <a:extLst>
                <a:ext uri="{FF2B5EF4-FFF2-40B4-BE49-F238E27FC236}">
                  <a16:creationId xmlns:a16="http://schemas.microsoft.com/office/drawing/2014/main" id="{8F6BBC93-9E8D-4F8F-CF8A-8704EB54565B}"/>
                </a:ext>
              </a:extLst>
            </p:cNvPr>
            <p:cNvCxnSpPr>
              <a:cxnSpLocks/>
            </p:cNvCxnSpPr>
            <p:nvPr/>
          </p:nvCxnSpPr>
          <p:spPr>
            <a:xfrm>
              <a:off x="3748036" y="2632299"/>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3" name="Gerade Verbindung mit Pfeil 462">
              <a:extLst>
                <a:ext uri="{FF2B5EF4-FFF2-40B4-BE49-F238E27FC236}">
                  <a16:creationId xmlns:a16="http://schemas.microsoft.com/office/drawing/2014/main" id="{D1596D94-F850-2D41-AE51-2CE97C3A58F3}"/>
                </a:ext>
              </a:extLst>
            </p:cNvPr>
            <p:cNvCxnSpPr>
              <a:cxnSpLocks/>
            </p:cNvCxnSpPr>
            <p:nvPr/>
          </p:nvCxnSpPr>
          <p:spPr>
            <a:xfrm>
              <a:off x="3748036" y="2982575"/>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4" name="Gerade Verbindung mit Pfeil 463">
              <a:extLst>
                <a:ext uri="{FF2B5EF4-FFF2-40B4-BE49-F238E27FC236}">
                  <a16:creationId xmlns:a16="http://schemas.microsoft.com/office/drawing/2014/main" id="{792A1965-40AF-8A5D-F557-DA751BB8040F}"/>
                </a:ext>
              </a:extLst>
            </p:cNvPr>
            <p:cNvCxnSpPr>
              <a:cxnSpLocks/>
            </p:cNvCxnSpPr>
            <p:nvPr/>
          </p:nvCxnSpPr>
          <p:spPr>
            <a:xfrm>
              <a:off x="3748036" y="3332851"/>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5" name="Gerade Verbindung mit Pfeil 464">
              <a:extLst>
                <a:ext uri="{FF2B5EF4-FFF2-40B4-BE49-F238E27FC236}">
                  <a16:creationId xmlns:a16="http://schemas.microsoft.com/office/drawing/2014/main" id="{85008B0A-5EA8-F67D-C449-D79513F0C22D}"/>
                </a:ext>
              </a:extLst>
            </p:cNvPr>
            <p:cNvCxnSpPr>
              <a:cxnSpLocks/>
            </p:cNvCxnSpPr>
            <p:nvPr/>
          </p:nvCxnSpPr>
          <p:spPr>
            <a:xfrm>
              <a:off x="3748036" y="3683127"/>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6" name="Gerade Verbindung mit Pfeil 465">
              <a:extLst>
                <a:ext uri="{FF2B5EF4-FFF2-40B4-BE49-F238E27FC236}">
                  <a16:creationId xmlns:a16="http://schemas.microsoft.com/office/drawing/2014/main" id="{92FFFF78-01C5-04C0-F8FB-32E660650231}"/>
                </a:ext>
              </a:extLst>
            </p:cNvPr>
            <p:cNvCxnSpPr>
              <a:cxnSpLocks/>
            </p:cNvCxnSpPr>
            <p:nvPr/>
          </p:nvCxnSpPr>
          <p:spPr>
            <a:xfrm>
              <a:off x="3748036" y="4033403"/>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7" name="Gerade Verbindung mit Pfeil 466">
              <a:extLst>
                <a:ext uri="{FF2B5EF4-FFF2-40B4-BE49-F238E27FC236}">
                  <a16:creationId xmlns:a16="http://schemas.microsoft.com/office/drawing/2014/main" id="{F5232A43-9915-14EF-4201-C221617D1EEA}"/>
                </a:ext>
              </a:extLst>
            </p:cNvPr>
            <p:cNvCxnSpPr>
              <a:cxnSpLocks/>
            </p:cNvCxnSpPr>
            <p:nvPr/>
          </p:nvCxnSpPr>
          <p:spPr>
            <a:xfrm>
              <a:off x="3748036" y="4383679"/>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8" name="Gerade Verbindung mit Pfeil 467">
              <a:extLst>
                <a:ext uri="{FF2B5EF4-FFF2-40B4-BE49-F238E27FC236}">
                  <a16:creationId xmlns:a16="http://schemas.microsoft.com/office/drawing/2014/main" id="{D506C18B-F439-0128-51BF-B37975CBD290}"/>
                </a:ext>
              </a:extLst>
            </p:cNvPr>
            <p:cNvCxnSpPr>
              <a:cxnSpLocks/>
            </p:cNvCxnSpPr>
            <p:nvPr/>
          </p:nvCxnSpPr>
          <p:spPr>
            <a:xfrm>
              <a:off x="3748036" y="4733955"/>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469" name="Gerade Verbindung mit Pfeil 468">
              <a:extLst>
                <a:ext uri="{FF2B5EF4-FFF2-40B4-BE49-F238E27FC236}">
                  <a16:creationId xmlns:a16="http://schemas.microsoft.com/office/drawing/2014/main" id="{19659FA2-8DB9-F572-C28D-9F9B6E332B29}"/>
                </a:ext>
              </a:extLst>
            </p:cNvPr>
            <p:cNvCxnSpPr>
              <a:cxnSpLocks/>
            </p:cNvCxnSpPr>
            <p:nvPr/>
          </p:nvCxnSpPr>
          <p:spPr>
            <a:xfrm>
              <a:off x="3748036" y="5084231"/>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grpSp>
      <p:sp>
        <p:nvSpPr>
          <p:cNvPr id="470" name="Rechteck: abgerundete Ecken 469">
            <a:extLst>
              <a:ext uri="{FF2B5EF4-FFF2-40B4-BE49-F238E27FC236}">
                <a16:creationId xmlns:a16="http://schemas.microsoft.com/office/drawing/2014/main" id="{EACCEC77-D7A3-CCBB-EF01-FE626BBBD834}"/>
              </a:ext>
            </a:extLst>
          </p:cNvPr>
          <p:cNvSpPr/>
          <p:nvPr/>
        </p:nvSpPr>
        <p:spPr>
          <a:xfrm rot="5400000">
            <a:off x="12310589" y="7804906"/>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471" name="Rechteck: abgerundete Ecken 470">
            <a:extLst>
              <a:ext uri="{FF2B5EF4-FFF2-40B4-BE49-F238E27FC236}">
                <a16:creationId xmlns:a16="http://schemas.microsoft.com/office/drawing/2014/main" id="{7C0F8FF0-028C-2C24-38CE-8ABCB5A964EE}"/>
              </a:ext>
            </a:extLst>
          </p:cNvPr>
          <p:cNvSpPr/>
          <p:nvPr/>
        </p:nvSpPr>
        <p:spPr>
          <a:xfrm rot="5400000">
            <a:off x="12309267" y="6406285"/>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2" name="Rechteck: abgerundete Ecken 471">
            <a:extLst>
              <a:ext uri="{FF2B5EF4-FFF2-40B4-BE49-F238E27FC236}">
                <a16:creationId xmlns:a16="http://schemas.microsoft.com/office/drawing/2014/main" id="{FE934A4D-D63F-2A2F-E0B5-B50FE46EBCB1}"/>
              </a:ext>
            </a:extLst>
          </p:cNvPr>
          <p:cNvSpPr/>
          <p:nvPr/>
        </p:nvSpPr>
        <p:spPr>
          <a:xfrm rot="5400000">
            <a:off x="12309267" y="675635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3" name="Rechteck: abgerundete Ecken 472">
            <a:extLst>
              <a:ext uri="{FF2B5EF4-FFF2-40B4-BE49-F238E27FC236}">
                <a16:creationId xmlns:a16="http://schemas.microsoft.com/office/drawing/2014/main" id="{DDDC25CC-AEDA-7D42-E921-FEA03BC43CB1}"/>
              </a:ext>
            </a:extLst>
          </p:cNvPr>
          <p:cNvSpPr/>
          <p:nvPr/>
        </p:nvSpPr>
        <p:spPr>
          <a:xfrm>
            <a:off x="12308078" y="6062184"/>
            <a:ext cx="286369" cy="286369"/>
          </a:xfrm>
          <a:prstGeom prst="roundRect">
            <a:avLst>
              <a:gd name="adj" fmla="val 1064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ysClr val="windowText" lastClr="000000"/>
              </a:solidFill>
            </a:endParaRPr>
          </a:p>
        </p:txBody>
      </p:sp>
      <p:sp>
        <p:nvSpPr>
          <p:cNvPr id="474" name="Rechteck: abgerundete Ecken 473">
            <a:extLst>
              <a:ext uri="{FF2B5EF4-FFF2-40B4-BE49-F238E27FC236}">
                <a16:creationId xmlns:a16="http://schemas.microsoft.com/office/drawing/2014/main" id="{6EF2C7EE-C0C9-07CA-9298-FEA78DA4F424}"/>
              </a:ext>
            </a:extLst>
          </p:cNvPr>
          <p:cNvSpPr/>
          <p:nvPr/>
        </p:nvSpPr>
        <p:spPr>
          <a:xfrm rot="5400000">
            <a:off x="12309267" y="7106415"/>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5" name="Rechteck: abgerundete Ecken 474">
            <a:extLst>
              <a:ext uri="{FF2B5EF4-FFF2-40B4-BE49-F238E27FC236}">
                <a16:creationId xmlns:a16="http://schemas.microsoft.com/office/drawing/2014/main" id="{D80AE873-9A11-646B-F09C-54EB6F887CD6}"/>
              </a:ext>
            </a:extLst>
          </p:cNvPr>
          <p:cNvSpPr/>
          <p:nvPr/>
        </p:nvSpPr>
        <p:spPr>
          <a:xfrm rot="5400000">
            <a:off x="12309267" y="745648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6" name="Rechteck: abgerundete Ecken 475">
            <a:extLst>
              <a:ext uri="{FF2B5EF4-FFF2-40B4-BE49-F238E27FC236}">
                <a16:creationId xmlns:a16="http://schemas.microsoft.com/office/drawing/2014/main" id="{5FBD80A7-D149-4BCB-7A8E-BCE96A253A34}"/>
              </a:ext>
            </a:extLst>
          </p:cNvPr>
          <p:cNvSpPr/>
          <p:nvPr/>
        </p:nvSpPr>
        <p:spPr>
          <a:xfrm rot="5400000">
            <a:off x="12309267" y="815661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7" name="Rechteck: abgerundete Ecken 476">
            <a:extLst>
              <a:ext uri="{FF2B5EF4-FFF2-40B4-BE49-F238E27FC236}">
                <a16:creationId xmlns:a16="http://schemas.microsoft.com/office/drawing/2014/main" id="{289F4C3C-CAE8-76C0-53AA-3A2E018E931A}"/>
              </a:ext>
            </a:extLst>
          </p:cNvPr>
          <p:cNvSpPr/>
          <p:nvPr/>
        </p:nvSpPr>
        <p:spPr>
          <a:xfrm rot="5400000">
            <a:off x="12309267" y="8506675"/>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8" name="Rechteck: abgerundete Ecken 477">
            <a:extLst>
              <a:ext uri="{FF2B5EF4-FFF2-40B4-BE49-F238E27FC236}">
                <a16:creationId xmlns:a16="http://schemas.microsoft.com/office/drawing/2014/main" id="{42E037AC-90FB-B3A3-BA01-62224B454063}"/>
              </a:ext>
            </a:extLst>
          </p:cNvPr>
          <p:cNvSpPr/>
          <p:nvPr/>
        </p:nvSpPr>
        <p:spPr>
          <a:xfrm rot="5400000">
            <a:off x="12309267" y="885674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479" name="Rechteck: abgerundete Ecken 478">
            <a:extLst>
              <a:ext uri="{FF2B5EF4-FFF2-40B4-BE49-F238E27FC236}">
                <a16:creationId xmlns:a16="http://schemas.microsoft.com/office/drawing/2014/main" id="{EAF7E42C-5538-755C-9BD9-24D7CA854CB9}"/>
              </a:ext>
            </a:extLst>
          </p:cNvPr>
          <p:cNvSpPr/>
          <p:nvPr/>
        </p:nvSpPr>
        <p:spPr>
          <a:xfrm>
            <a:off x="12309267" y="9206804"/>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sp>
        <p:nvSpPr>
          <p:cNvPr id="523" name="Pfeil: nach unten 67">
            <a:extLst>
              <a:ext uri="{FF2B5EF4-FFF2-40B4-BE49-F238E27FC236}">
                <a16:creationId xmlns:a16="http://schemas.microsoft.com/office/drawing/2014/main" id="{920EAD26-E59B-28F0-BD17-0BFD4D0AE111}"/>
              </a:ext>
            </a:extLst>
          </p:cNvPr>
          <p:cNvSpPr/>
          <p:nvPr/>
        </p:nvSpPr>
        <p:spPr>
          <a:xfrm rot="10800000">
            <a:off x="11022635" y="5616640"/>
            <a:ext cx="501505" cy="4158322"/>
          </a:xfrm>
          <a:prstGeom prst="downArrow">
            <a:avLst>
              <a:gd name="adj1" fmla="val 100000"/>
              <a:gd name="adj2" fmla="val 50000"/>
            </a:avLst>
          </a:prstGeom>
          <a:gradFill flip="none" rotWithShape="1">
            <a:gsLst>
              <a:gs pos="100000">
                <a:schemeClr val="bg1"/>
              </a:gs>
              <a:gs pos="0">
                <a:srgbClr val="15C609"/>
              </a:gs>
            </a:gsLst>
            <a:lin ang="16200000" scaled="1"/>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a:p>
        </p:txBody>
      </p:sp>
      <p:sp>
        <p:nvSpPr>
          <p:cNvPr id="525" name="Rechteck: abgerundete Ecken 524">
            <a:extLst>
              <a:ext uri="{FF2B5EF4-FFF2-40B4-BE49-F238E27FC236}">
                <a16:creationId xmlns:a16="http://schemas.microsoft.com/office/drawing/2014/main" id="{768A37AC-ED16-5C89-5FF9-49DF1C70C390}"/>
              </a:ext>
            </a:extLst>
          </p:cNvPr>
          <p:cNvSpPr/>
          <p:nvPr/>
        </p:nvSpPr>
        <p:spPr>
          <a:xfrm rot="5400000">
            <a:off x="11093278" y="7757109"/>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526" name="Rechteck: abgerundete Ecken 525">
            <a:extLst>
              <a:ext uri="{FF2B5EF4-FFF2-40B4-BE49-F238E27FC236}">
                <a16:creationId xmlns:a16="http://schemas.microsoft.com/office/drawing/2014/main" id="{1B510C76-7FF3-EBB0-C15E-FFAA353A7E54}"/>
              </a:ext>
            </a:extLst>
          </p:cNvPr>
          <p:cNvSpPr/>
          <p:nvPr/>
        </p:nvSpPr>
        <p:spPr>
          <a:xfrm rot="5400000">
            <a:off x="11091956" y="635848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27" name="Rechteck: abgerundete Ecken 526">
            <a:extLst>
              <a:ext uri="{FF2B5EF4-FFF2-40B4-BE49-F238E27FC236}">
                <a16:creationId xmlns:a16="http://schemas.microsoft.com/office/drawing/2014/main" id="{7337B44A-6F66-961D-0C12-3D4EFA7E5C5F}"/>
              </a:ext>
            </a:extLst>
          </p:cNvPr>
          <p:cNvSpPr/>
          <p:nvPr/>
        </p:nvSpPr>
        <p:spPr>
          <a:xfrm rot="5400000">
            <a:off x="11091956" y="670855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28" name="Rechteck: abgerundete Ecken 527">
            <a:extLst>
              <a:ext uri="{FF2B5EF4-FFF2-40B4-BE49-F238E27FC236}">
                <a16:creationId xmlns:a16="http://schemas.microsoft.com/office/drawing/2014/main" id="{C805B9C2-26F9-6C81-A574-B1B7D461CB78}"/>
              </a:ext>
            </a:extLst>
          </p:cNvPr>
          <p:cNvSpPr/>
          <p:nvPr/>
        </p:nvSpPr>
        <p:spPr>
          <a:xfrm>
            <a:off x="11090767" y="6014387"/>
            <a:ext cx="286369" cy="286369"/>
          </a:xfrm>
          <a:prstGeom prst="roundRect">
            <a:avLst>
              <a:gd name="adj" fmla="val 1064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ysClr val="windowText" lastClr="000000"/>
              </a:solidFill>
            </a:endParaRPr>
          </a:p>
        </p:txBody>
      </p:sp>
      <p:sp>
        <p:nvSpPr>
          <p:cNvPr id="529" name="Rechteck: abgerundete Ecken 528">
            <a:extLst>
              <a:ext uri="{FF2B5EF4-FFF2-40B4-BE49-F238E27FC236}">
                <a16:creationId xmlns:a16="http://schemas.microsoft.com/office/drawing/2014/main" id="{D4CBD8AC-2327-B2AB-8EFC-FAD027E529F8}"/>
              </a:ext>
            </a:extLst>
          </p:cNvPr>
          <p:cNvSpPr/>
          <p:nvPr/>
        </p:nvSpPr>
        <p:spPr>
          <a:xfrm rot="5400000">
            <a:off x="11091956" y="705861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0" name="Rechteck: abgerundete Ecken 529">
            <a:extLst>
              <a:ext uri="{FF2B5EF4-FFF2-40B4-BE49-F238E27FC236}">
                <a16:creationId xmlns:a16="http://schemas.microsoft.com/office/drawing/2014/main" id="{6F010ECA-E69D-D4E0-B356-75FEA52D1190}"/>
              </a:ext>
            </a:extLst>
          </p:cNvPr>
          <p:cNvSpPr/>
          <p:nvPr/>
        </p:nvSpPr>
        <p:spPr>
          <a:xfrm rot="5400000">
            <a:off x="11091956" y="740868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1" name="Rechteck: abgerundete Ecken 530">
            <a:extLst>
              <a:ext uri="{FF2B5EF4-FFF2-40B4-BE49-F238E27FC236}">
                <a16:creationId xmlns:a16="http://schemas.microsoft.com/office/drawing/2014/main" id="{CD84BCAE-EBE5-7CCF-123C-E93AD8265452}"/>
              </a:ext>
            </a:extLst>
          </p:cNvPr>
          <p:cNvSpPr/>
          <p:nvPr/>
        </p:nvSpPr>
        <p:spPr>
          <a:xfrm rot="5400000">
            <a:off x="11091956" y="810881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2" name="Rechteck: abgerundete Ecken 531">
            <a:extLst>
              <a:ext uri="{FF2B5EF4-FFF2-40B4-BE49-F238E27FC236}">
                <a16:creationId xmlns:a16="http://schemas.microsoft.com/office/drawing/2014/main" id="{1EFA766D-F972-7445-DB68-2FBB4A53DD80}"/>
              </a:ext>
            </a:extLst>
          </p:cNvPr>
          <p:cNvSpPr/>
          <p:nvPr/>
        </p:nvSpPr>
        <p:spPr>
          <a:xfrm rot="5400000">
            <a:off x="11091956" y="845887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3" name="Rechteck: abgerundete Ecken 532">
            <a:extLst>
              <a:ext uri="{FF2B5EF4-FFF2-40B4-BE49-F238E27FC236}">
                <a16:creationId xmlns:a16="http://schemas.microsoft.com/office/drawing/2014/main" id="{F4BA300E-9526-F7EA-9C07-1E3132736132}"/>
              </a:ext>
            </a:extLst>
          </p:cNvPr>
          <p:cNvSpPr/>
          <p:nvPr/>
        </p:nvSpPr>
        <p:spPr>
          <a:xfrm rot="5400000">
            <a:off x="11091956" y="880894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4" name="Rechteck: abgerundete Ecken 533">
            <a:extLst>
              <a:ext uri="{FF2B5EF4-FFF2-40B4-BE49-F238E27FC236}">
                <a16:creationId xmlns:a16="http://schemas.microsoft.com/office/drawing/2014/main" id="{5B5B5FBB-AB16-F4AB-9745-76BDD45C7CB8}"/>
              </a:ext>
            </a:extLst>
          </p:cNvPr>
          <p:cNvSpPr/>
          <p:nvPr/>
        </p:nvSpPr>
        <p:spPr>
          <a:xfrm>
            <a:off x="11091956" y="9159007"/>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grpSp>
        <p:nvGrpSpPr>
          <p:cNvPr id="535" name="Gruppieren 534">
            <a:extLst>
              <a:ext uri="{FF2B5EF4-FFF2-40B4-BE49-F238E27FC236}">
                <a16:creationId xmlns:a16="http://schemas.microsoft.com/office/drawing/2014/main" id="{A6756ED8-EF65-A0A3-4B21-65A149DAC84A}"/>
              </a:ext>
            </a:extLst>
          </p:cNvPr>
          <p:cNvGrpSpPr/>
          <p:nvPr/>
        </p:nvGrpSpPr>
        <p:grpSpPr>
          <a:xfrm>
            <a:off x="10629402" y="6047329"/>
            <a:ext cx="439691" cy="202913"/>
            <a:chOff x="9302708" y="2064168"/>
            <a:chExt cx="439691" cy="202913"/>
          </a:xfrm>
        </p:grpSpPr>
        <p:sp>
          <p:nvSpPr>
            <p:cNvPr id="536" name="Rechteck: abgerundete Ecken 535">
              <a:extLst>
                <a:ext uri="{FF2B5EF4-FFF2-40B4-BE49-F238E27FC236}">
                  <a16:creationId xmlns:a16="http://schemas.microsoft.com/office/drawing/2014/main" id="{BC0459A0-419A-DAC7-29C7-AD961EC131E2}"/>
                </a:ext>
              </a:extLst>
            </p:cNvPr>
            <p:cNvSpPr/>
            <p:nvPr/>
          </p:nvSpPr>
          <p:spPr>
            <a:xfrm>
              <a:off x="9302708" y="206416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37" name="Grafik 121" descr="Strommast mit einfarbiger Füllung">
              <a:extLst>
                <a:ext uri="{FF2B5EF4-FFF2-40B4-BE49-F238E27FC236}">
                  <a16:creationId xmlns:a16="http://schemas.microsoft.com/office/drawing/2014/main" id="{725658BC-2CF6-0D39-7419-EB8BE40D9D08}"/>
                </a:ext>
              </a:extLst>
            </p:cNvPr>
            <p:cNvSpPr/>
            <p:nvPr/>
          </p:nvSpPr>
          <p:spPr>
            <a:xfrm>
              <a:off x="9533755" y="209176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38" name="Gruppieren 537">
            <a:extLst>
              <a:ext uri="{FF2B5EF4-FFF2-40B4-BE49-F238E27FC236}">
                <a16:creationId xmlns:a16="http://schemas.microsoft.com/office/drawing/2014/main" id="{2D434C94-A491-AF40-AEC2-1AB2BFEDD6A0}"/>
              </a:ext>
            </a:extLst>
          </p:cNvPr>
          <p:cNvGrpSpPr/>
          <p:nvPr/>
        </p:nvGrpSpPr>
        <p:grpSpPr>
          <a:xfrm>
            <a:off x="10629402" y="6394771"/>
            <a:ext cx="439691" cy="202913"/>
            <a:chOff x="9302708" y="2411610"/>
            <a:chExt cx="439691" cy="202913"/>
          </a:xfrm>
        </p:grpSpPr>
        <p:sp>
          <p:nvSpPr>
            <p:cNvPr id="539" name="Rechteck: abgerundete Ecken 538">
              <a:extLst>
                <a:ext uri="{FF2B5EF4-FFF2-40B4-BE49-F238E27FC236}">
                  <a16:creationId xmlns:a16="http://schemas.microsoft.com/office/drawing/2014/main" id="{597AAC64-EBF4-85F9-5C08-2475D90E3EB3}"/>
                </a:ext>
              </a:extLst>
            </p:cNvPr>
            <p:cNvSpPr/>
            <p:nvPr/>
          </p:nvSpPr>
          <p:spPr>
            <a:xfrm>
              <a:off x="9302708" y="241161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40" name="Grafik 121" descr="Strommast mit einfarbiger Füllung">
              <a:extLst>
                <a:ext uri="{FF2B5EF4-FFF2-40B4-BE49-F238E27FC236}">
                  <a16:creationId xmlns:a16="http://schemas.microsoft.com/office/drawing/2014/main" id="{094D7259-A207-3812-89BC-0312378D3549}"/>
                </a:ext>
              </a:extLst>
            </p:cNvPr>
            <p:cNvSpPr/>
            <p:nvPr/>
          </p:nvSpPr>
          <p:spPr>
            <a:xfrm>
              <a:off x="9533755" y="243920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41" name="Gruppieren 540">
            <a:extLst>
              <a:ext uri="{FF2B5EF4-FFF2-40B4-BE49-F238E27FC236}">
                <a16:creationId xmlns:a16="http://schemas.microsoft.com/office/drawing/2014/main" id="{A04140A0-A6D9-25F6-5ECF-8DC64D85EF42}"/>
              </a:ext>
            </a:extLst>
          </p:cNvPr>
          <p:cNvGrpSpPr/>
          <p:nvPr/>
        </p:nvGrpSpPr>
        <p:grpSpPr>
          <a:xfrm>
            <a:off x="10629402" y="6742213"/>
            <a:ext cx="439691" cy="202913"/>
            <a:chOff x="9302708" y="2759052"/>
            <a:chExt cx="439691" cy="202913"/>
          </a:xfrm>
        </p:grpSpPr>
        <p:sp>
          <p:nvSpPr>
            <p:cNvPr id="542" name="Rechteck: abgerundete Ecken 541">
              <a:extLst>
                <a:ext uri="{FF2B5EF4-FFF2-40B4-BE49-F238E27FC236}">
                  <a16:creationId xmlns:a16="http://schemas.microsoft.com/office/drawing/2014/main" id="{0B4F21D0-9493-18D7-B8DA-E88066F7CA60}"/>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43" name="Grafik 121" descr="Strommast mit einfarbiger Füllung">
              <a:extLst>
                <a:ext uri="{FF2B5EF4-FFF2-40B4-BE49-F238E27FC236}">
                  <a16:creationId xmlns:a16="http://schemas.microsoft.com/office/drawing/2014/main" id="{ABFAFE0E-1E7F-D83D-67AE-8652626A7384}"/>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44" name="Gruppieren 543">
            <a:extLst>
              <a:ext uri="{FF2B5EF4-FFF2-40B4-BE49-F238E27FC236}">
                <a16:creationId xmlns:a16="http://schemas.microsoft.com/office/drawing/2014/main" id="{9E4A61EC-19B8-9A5E-FB76-1EB8F81E0EE0}"/>
              </a:ext>
            </a:extLst>
          </p:cNvPr>
          <p:cNvGrpSpPr/>
          <p:nvPr/>
        </p:nvGrpSpPr>
        <p:grpSpPr>
          <a:xfrm>
            <a:off x="10629402" y="7089655"/>
            <a:ext cx="439691" cy="202913"/>
            <a:chOff x="9302708" y="3106494"/>
            <a:chExt cx="439691" cy="202913"/>
          </a:xfrm>
        </p:grpSpPr>
        <p:sp>
          <p:nvSpPr>
            <p:cNvPr id="545" name="Rechteck: abgerundete Ecken 544">
              <a:extLst>
                <a:ext uri="{FF2B5EF4-FFF2-40B4-BE49-F238E27FC236}">
                  <a16:creationId xmlns:a16="http://schemas.microsoft.com/office/drawing/2014/main" id="{91DF542E-BE8D-48E1-D4A5-CBDD260A67C8}"/>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46" name="Grafik 121" descr="Strommast mit einfarbiger Füllung">
              <a:extLst>
                <a:ext uri="{FF2B5EF4-FFF2-40B4-BE49-F238E27FC236}">
                  <a16:creationId xmlns:a16="http://schemas.microsoft.com/office/drawing/2014/main" id="{77F1FC40-EF21-3E89-6B29-DB6675144CB6}"/>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47" name="Gruppieren 546">
            <a:extLst>
              <a:ext uri="{FF2B5EF4-FFF2-40B4-BE49-F238E27FC236}">
                <a16:creationId xmlns:a16="http://schemas.microsoft.com/office/drawing/2014/main" id="{13BE5579-4921-6C9C-0DB8-F6DF4D625ECB}"/>
              </a:ext>
            </a:extLst>
          </p:cNvPr>
          <p:cNvGrpSpPr/>
          <p:nvPr/>
        </p:nvGrpSpPr>
        <p:grpSpPr>
          <a:xfrm>
            <a:off x="10629402" y="7437097"/>
            <a:ext cx="439691" cy="202913"/>
            <a:chOff x="9302708" y="3453936"/>
            <a:chExt cx="439691" cy="202913"/>
          </a:xfrm>
        </p:grpSpPr>
        <p:sp>
          <p:nvSpPr>
            <p:cNvPr id="548" name="Rechteck: abgerundete Ecken 547">
              <a:extLst>
                <a:ext uri="{FF2B5EF4-FFF2-40B4-BE49-F238E27FC236}">
                  <a16:creationId xmlns:a16="http://schemas.microsoft.com/office/drawing/2014/main" id="{A9E4ACB4-F37E-35EB-73D3-6A82692D92EB}"/>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49" name="Grafik 121" descr="Strommast mit einfarbiger Füllung">
              <a:extLst>
                <a:ext uri="{FF2B5EF4-FFF2-40B4-BE49-F238E27FC236}">
                  <a16:creationId xmlns:a16="http://schemas.microsoft.com/office/drawing/2014/main" id="{EB588C07-3D43-D16B-AFAA-5701C8BE8A54}"/>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50" name="Gruppieren 549">
            <a:extLst>
              <a:ext uri="{FF2B5EF4-FFF2-40B4-BE49-F238E27FC236}">
                <a16:creationId xmlns:a16="http://schemas.microsoft.com/office/drawing/2014/main" id="{9032EED5-A310-C461-937F-DDF95BAE0309}"/>
              </a:ext>
            </a:extLst>
          </p:cNvPr>
          <p:cNvGrpSpPr/>
          <p:nvPr/>
        </p:nvGrpSpPr>
        <p:grpSpPr>
          <a:xfrm>
            <a:off x="10629402" y="7784539"/>
            <a:ext cx="439691" cy="202913"/>
            <a:chOff x="9302708" y="3801378"/>
            <a:chExt cx="439691" cy="202913"/>
          </a:xfrm>
        </p:grpSpPr>
        <p:sp>
          <p:nvSpPr>
            <p:cNvPr id="551" name="Rechteck: abgerundete Ecken 550">
              <a:extLst>
                <a:ext uri="{FF2B5EF4-FFF2-40B4-BE49-F238E27FC236}">
                  <a16:creationId xmlns:a16="http://schemas.microsoft.com/office/drawing/2014/main" id="{1D151CA9-9337-FBE8-7761-B29E6625FE76}"/>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52" name="Grafik 121" descr="Strommast mit einfarbiger Füllung">
              <a:extLst>
                <a:ext uri="{FF2B5EF4-FFF2-40B4-BE49-F238E27FC236}">
                  <a16:creationId xmlns:a16="http://schemas.microsoft.com/office/drawing/2014/main" id="{AE70E9C8-1FFB-27C1-2074-CD8E1A6A65F9}"/>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53" name="Gruppieren 552">
            <a:extLst>
              <a:ext uri="{FF2B5EF4-FFF2-40B4-BE49-F238E27FC236}">
                <a16:creationId xmlns:a16="http://schemas.microsoft.com/office/drawing/2014/main" id="{4BDCC405-0560-3947-2EA0-767E71038654}"/>
              </a:ext>
            </a:extLst>
          </p:cNvPr>
          <p:cNvGrpSpPr/>
          <p:nvPr/>
        </p:nvGrpSpPr>
        <p:grpSpPr>
          <a:xfrm>
            <a:off x="10629402" y="8131981"/>
            <a:ext cx="439691" cy="202913"/>
            <a:chOff x="9302708" y="4148820"/>
            <a:chExt cx="439691" cy="202913"/>
          </a:xfrm>
        </p:grpSpPr>
        <p:sp>
          <p:nvSpPr>
            <p:cNvPr id="554" name="Rechteck: abgerundete Ecken 553">
              <a:extLst>
                <a:ext uri="{FF2B5EF4-FFF2-40B4-BE49-F238E27FC236}">
                  <a16:creationId xmlns:a16="http://schemas.microsoft.com/office/drawing/2014/main" id="{E6E89069-2103-9703-DD04-CFCBF91D793C}"/>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55" name="Grafik 121" descr="Strommast mit einfarbiger Füllung">
              <a:extLst>
                <a:ext uri="{FF2B5EF4-FFF2-40B4-BE49-F238E27FC236}">
                  <a16:creationId xmlns:a16="http://schemas.microsoft.com/office/drawing/2014/main" id="{B4808CBB-3D3E-B1D4-8579-CC1BDA06572C}"/>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56" name="Gruppieren 555">
            <a:extLst>
              <a:ext uri="{FF2B5EF4-FFF2-40B4-BE49-F238E27FC236}">
                <a16:creationId xmlns:a16="http://schemas.microsoft.com/office/drawing/2014/main" id="{3A264CF2-5F53-EDCB-9F31-D4FFB0BA68BD}"/>
              </a:ext>
            </a:extLst>
          </p:cNvPr>
          <p:cNvGrpSpPr/>
          <p:nvPr/>
        </p:nvGrpSpPr>
        <p:grpSpPr>
          <a:xfrm>
            <a:off x="10629402" y="8479423"/>
            <a:ext cx="439691" cy="202913"/>
            <a:chOff x="9302708" y="4496262"/>
            <a:chExt cx="439691" cy="202913"/>
          </a:xfrm>
        </p:grpSpPr>
        <p:sp>
          <p:nvSpPr>
            <p:cNvPr id="557" name="Rechteck: abgerundete Ecken 556">
              <a:extLst>
                <a:ext uri="{FF2B5EF4-FFF2-40B4-BE49-F238E27FC236}">
                  <a16:creationId xmlns:a16="http://schemas.microsoft.com/office/drawing/2014/main" id="{826E5D8E-EE18-8BD0-52C8-408EBA53E4FF}"/>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58" name="Grafik 121" descr="Strommast mit einfarbiger Füllung">
              <a:extLst>
                <a:ext uri="{FF2B5EF4-FFF2-40B4-BE49-F238E27FC236}">
                  <a16:creationId xmlns:a16="http://schemas.microsoft.com/office/drawing/2014/main" id="{97CCBB15-DEC8-8748-CAC8-A70CEF3C2A69}"/>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59" name="Gruppieren 558">
            <a:extLst>
              <a:ext uri="{FF2B5EF4-FFF2-40B4-BE49-F238E27FC236}">
                <a16:creationId xmlns:a16="http://schemas.microsoft.com/office/drawing/2014/main" id="{8DCC5A04-707A-5612-1C04-FAE107014885}"/>
              </a:ext>
            </a:extLst>
          </p:cNvPr>
          <p:cNvGrpSpPr/>
          <p:nvPr/>
        </p:nvGrpSpPr>
        <p:grpSpPr>
          <a:xfrm>
            <a:off x="10629402" y="8826865"/>
            <a:ext cx="439691" cy="202913"/>
            <a:chOff x="9302708" y="4843704"/>
            <a:chExt cx="439691" cy="202913"/>
          </a:xfrm>
        </p:grpSpPr>
        <p:sp>
          <p:nvSpPr>
            <p:cNvPr id="560" name="Rechteck: abgerundete Ecken 559">
              <a:extLst>
                <a:ext uri="{FF2B5EF4-FFF2-40B4-BE49-F238E27FC236}">
                  <a16:creationId xmlns:a16="http://schemas.microsoft.com/office/drawing/2014/main" id="{86BF4AFF-75AC-BA33-2623-45E79ABA9DDD}"/>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61" name="Grafik 121" descr="Strommast mit einfarbiger Füllung">
              <a:extLst>
                <a:ext uri="{FF2B5EF4-FFF2-40B4-BE49-F238E27FC236}">
                  <a16:creationId xmlns:a16="http://schemas.microsoft.com/office/drawing/2014/main" id="{2E6A48C0-106A-EB68-D9D2-F90BBA2FF8B0}"/>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562" name="Gruppieren 561">
            <a:extLst>
              <a:ext uri="{FF2B5EF4-FFF2-40B4-BE49-F238E27FC236}">
                <a16:creationId xmlns:a16="http://schemas.microsoft.com/office/drawing/2014/main" id="{D85F26E7-0505-BE72-00ED-974216FC0A66}"/>
              </a:ext>
            </a:extLst>
          </p:cNvPr>
          <p:cNvGrpSpPr/>
          <p:nvPr/>
        </p:nvGrpSpPr>
        <p:grpSpPr>
          <a:xfrm>
            <a:off x="10629402" y="9174304"/>
            <a:ext cx="439691" cy="202913"/>
            <a:chOff x="9302708" y="5191143"/>
            <a:chExt cx="439691" cy="202913"/>
          </a:xfrm>
        </p:grpSpPr>
        <p:sp>
          <p:nvSpPr>
            <p:cNvPr id="563" name="Rechteck: abgerundete Ecken 562">
              <a:extLst>
                <a:ext uri="{FF2B5EF4-FFF2-40B4-BE49-F238E27FC236}">
                  <a16:creationId xmlns:a16="http://schemas.microsoft.com/office/drawing/2014/main" id="{252EAA23-2F74-0B88-DE1D-7988378C9739}"/>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64" name="Grafik 121" descr="Strommast mit einfarbiger Füllung">
              <a:extLst>
                <a:ext uri="{FF2B5EF4-FFF2-40B4-BE49-F238E27FC236}">
                  <a16:creationId xmlns:a16="http://schemas.microsoft.com/office/drawing/2014/main" id="{BD226839-A3CE-293E-CD8A-DB3A4D3F803E}"/>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aphicFrame>
        <p:nvGraphicFramePr>
          <p:cNvPr id="565" name="Tabelle 564">
            <a:extLst>
              <a:ext uri="{FF2B5EF4-FFF2-40B4-BE49-F238E27FC236}">
                <a16:creationId xmlns:a16="http://schemas.microsoft.com/office/drawing/2014/main" id="{364382D5-B5A4-C0ED-1BD9-CCD53A938C46}"/>
              </a:ext>
            </a:extLst>
          </p:cNvPr>
          <p:cNvGraphicFramePr>
            <a:graphicFrameLocks noGrp="1"/>
          </p:cNvGraphicFramePr>
          <p:nvPr>
            <p:extLst>
              <p:ext uri="{D42A27DB-BD31-4B8C-83A1-F6EECF244321}">
                <p14:modId xmlns:p14="http://schemas.microsoft.com/office/powerpoint/2010/main" val="2728681434"/>
              </p:ext>
            </p:extLst>
          </p:nvPr>
        </p:nvGraphicFramePr>
        <p:xfrm>
          <a:off x="10639562" y="5970074"/>
          <a:ext cx="187165" cy="3493390"/>
        </p:xfrm>
        <a:graphic>
          <a:graphicData uri="http://schemas.openxmlformats.org/drawingml/2006/table">
            <a:tbl>
              <a:tblPr>
                <a:tableStyleId>{5C22544A-7EE6-4342-B048-85BDC9FD1C3A}</a:tableStyleId>
              </a:tblPr>
              <a:tblGrid>
                <a:gridCol w="187165">
                  <a:extLst>
                    <a:ext uri="{9D8B030D-6E8A-4147-A177-3AD203B41FA5}">
                      <a16:colId xmlns:a16="http://schemas.microsoft.com/office/drawing/2014/main" val="311902534"/>
                    </a:ext>
                  </a:extLst>
                </a:gridCol>
              </a:tblGrid>
              <a:tr h="349339">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49339">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49339">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49339">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49339">
                <a:tc>
                  <a:txBody>
                    <a:bodyPr/>
                    <a:lstStyle/>
                    <a:p>
                      <a:pPr algn="r"/>
                      <a:r>
                        <a:rPr lang="de-DE" sz="105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49339">
                <a:tc>
                  <a:txBody>
                    <a:bodyPr/>
                    <a:lstStyle/>
                    <a:p>
                      <a:pPr algn="r"/>
                      <a:r>
                        <a:rPr lang="de-DE" sz="105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49339">
                <a:tc>
                  <a:txBody>
                    <a:bodyPr/>
                    <a:lstStyle/>
                    <a:p>
                      <a:pPr algn="r"/>
                      <a:r>
                        <a:rPr lang="de-DE" sz="105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49339">
                <a:tc>
                  <a:txBody>
                    <a:bodyPr/>
                    <a:lstStyle/>
                    <a:p>
                      <a:pPr algn="r"/>
                      <a:r>
                        <a:rPr lang="de-DE" sz="105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49339">
                <a:tc>
                  <a:txBody>
                    <a:bodyPr/>
                    <a:lstStyle/>
                    <a:p>
                      <a:pPr algn="r"/>
                      <a:r>
                        <a:rPr lang="de-DE" sz="1050" b="0" dirty="0"/>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49339">
                <a:tc>
                  <a:txBody>
                    <a:bodyPr/>
                    <a:lstStyle/>
                    <a:p>
                      <a:pPr algn="r"/>
                      <a:r>
                        <a:rPr lang="de-DE" sz="1050" b="0" dirty="0"/>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pSp>
        <p:nvGrpSpPr>
          <p:cNvPr id="566" name="Gruppieren 565">
            <a:extLst>
              <a:ext uri="{FF2B5EF4-FFF2-40B4-BE49-F238E27FC236}">
                <a16:creationId xmlns:a16="http://schemas.microsoft.com/office/drawing/2014/main" id="{A9CE6837-EF8C-400E-EC1B-B6D52BADCEC5}"/>
              </a:ext>
            </a:extLst>
          </p:cNvPr>
          <p:cNvGrpSpPr/>
          <p:nvPr/>
        </p:nvGrpSpPr>
        <p:grpSpPr>
          <a:xfrm rot="10800000">
            <a:off x="11030487" y="6149361"/>
            <a:ext cx="67138" cy="3152484"/>
            <a:chOff x="3748036" y="1931747"/>
            <a:chExt cx="3135085" cy="3152484"/>
          </a:xfrm>
        </p:grpSpPr>
        <p:cxnSp>
          <p:nvCxnSpPr>
            <p:cNvPr id="567" name="Gerade Verbindung mit Pfeil 566">
              <a:extLst>
                <a:ext uri="{FF2B5EF4-FFF2-40B4-BE49-F238E27FC236}">
                  <a16:creationId xmlns:a16="http://schemas.microsoft.com/office/drawing/2014/main" id="{29CF5FD1-3ABD-65DA-D244-80E11F6AF15E}"/>
                </a:ext>
              </a:extLst>
            </p:cNvPr>
            <p:cNvCxnSpPr>
              <a:cxnSpLocks/>
            </p:cNvCxnSpPr>
            <p:nvPr/>
          </p:nvCxnSpPr>
          <p:spPr>
            <a:xfrm>
              <a:off x="3748036" y="1931747"/>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68" name="Gerade Verbindung mit Pfeil 567">
              <a:extLst>
                <a:ext uri="{FF2B5EF4-FFF2-40B4-BE49-F238E27FC236}">
                  <a16:creationId xmlns:a16="http://schemas.microsoft.com/office/drawing/2014/main" id="{8886C3D7-E37B-A402-DE2D-7F69BF189B97}"/>
                </a:ext>
              </a:extLst>
            </p:cNvPr>
            <p:cNvCxnSpPr>
              <a:cxnSpLocks/>
            </p:cNvCxnSpPr>
            <p:nvPr/>
          </p:nvCxnSpPr>
          <p:spPr>
            <a:xfrm>
              <a:off x="3748036" y="2282023"/>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69" name="Gerade Verbindung mit Pfeil 568">
              <a:extLst>
                <a:ext uri="{FF2B5EF4-FFF2-40B4-BE49-F238E27FC236}">
                  <a16:creationId xmlns:a16="http://schemas.microsoft.com/office/drawing/2014/main" id="{6AD5D21F-D490-B62E-197B-B1BD94197E20}"/>
                </a:ext>
              </a:extLst>
            </p:cNvPr>
            <p:cNvCxnSpPr>
              <a:cxnSpLocks/>
            </p:cNvCxnSpPr>
            <p:nvPr/>
          </p:nvCxnSpPr>
          <p:spPr>
            <a:xfrm>
              <a:off x="3748036" y="2632299"/>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0" name="Gerade Verbindung mit Pfeil 569">
              <a:extLst>
                <a:ext uri="{FF2B5EF4-FFF2-40B4-BE49-F238E27FC236}">
                  <a16:creationId xmlns:a16="http://schemas.microsoft.com/office/drawing/2014/main" id="{56F4986E-7DDE-034D-9CD1-826ED7DF188A}"/>
                </a:ext>
              </a:extLst>
            </p:cNvPr>
            <p:cNvCxnSpPr>
              <a:cxnSpLocks/>
            </p:cNvCxnSpPr>
            <p:nvPr/>
          </p:nvCxnSpPr>
          <p:spPr>
            <a:xfrm>
              <a:off x="3748036" y="2982575"/>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1" name="Gerade Verbindung mit Pfeil 570">
              <a:extLst>
                <a:ext uri="{FF2B5EF4-FFF2-40B4-BE49-F238E27FC236}">
                  <a16:creationId xmlns:a16="http://schemas.microsoft.com/office/drawing/2014/main" id="{637CA84F-0B64-B06C-C55F-EFA2A6AFC5A6}"/>
                </a:ext>
              </a:extLst>
            </p:cNvPr>
            <p:cNvCxnSpPr>
              <a:cxnSpLocks/>
            </p:cNvCxnSpPr>
            <p:nvPr/>
          </p:nvCxnSpPr>
          <p:spPr>
            <a:xfrm>
              <a:off x="3748036" y="3332851"/>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2" name="Gerade Verbindung mit Pfeil 571">
              <a:extLst>
                <a:ext uri="{FF2B5EF4-FFF2-40B4-BE49-F238E27FC236}">
                  <a16:creationId xmlns:a16="http://schemas.microsoft.com/office/drawing/2014/main" id="{C031A203-8552-7D3E-9089-C2038CCABBE3}"/>
                </a:ext>
              </a:extLst>
            </p:cNvPr>
            <p:cNvCxnSpPr>
              <a:cxnSpLocks/>
            </p:cNvCxnSpPr>
            <p:nvPr/>
          </p:nvCxnSpPr>
          <p:spPr>
            <a:xfrm>
              <a:off x="3748036" y="3683127"/>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3" name="Gerade Verbindung mit Pfeil 572">
              <a:extLst>
                <a:ext uri="{FF2B5EF4-FFF2-40B4-BE49-F238E27FC236}">
                  <a16:creationId xmlns:a16="http://schemas.microsoft.com/office/drawing/2014/main" id="{9D9759E3-5F25-40D9-0018-2A95B0C9B251}"/>
                </a:ext>
              </a:extLst>
            </p:cNvPr>
            <p:cNvCxnSpPr>
              <a:cxnSpLocks/>
            </p:cNvCxnSpPr>
            <p:nvPr/>
          </p:nvCxnSpPr>
          <p:spPr>
            <a:xfrm>
              <a:off x="3748036" y="4033403"/>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4" name="Gerade Verbindung mit Pfeil 573">
              <a:extLst>
                <a:ext uri="{FF2B5EF4-FFF2-40B4-BE49-F238E27FC236}">
                  <a16:creationId xmlns:a16="http://schemas.microsoft.com/office/drawing/2014/main" id="{C9950C65-BA21-9831-61A3-6AD373EFF998}"/>
                </a:ext>
              </a:extLst>
            </p:cNvPr>
            <p:cNvCxnSpPr>
              <a:cxnSpLocks/>
            </p:cNvCxnSpPr>
            <p:nvPr/>
          </p:nvCxnSpPr>
          <p:spPr>
            <a:xfrm>
              <a:off x="3748036" y="4383679"/>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5" name="Gerade Verbindung mit Pfeil 574">
              <a:extLst>
                <a:ext uri="{FF2B5EF4-FFF2-40B4-BE49-F238E27FC236}">
                  <a16:creationId xmlns:a16="http://schemas.microsoft.com/office/drawing/2014/main" id="{A6A2B0D0-BAE2-F980-0FAF-3E38ABF4275D}"/>
                </a:ext>
              </a:extLst>
            </p:cNvPr>
            <p:cNvCxnSpPr>
              <a:cxnSpLocks/>
            </p:cNvCxnSpPr>
            <p:nvPr/>
          </p:nvCxnSpPr>
          <p:spPr>
            <a:xfrm>
              <a:off x="3748036" y="4733955"/>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cxnSp>
          <p:nvCxnSpPr>
            <p:cNvPr id="576" name="Gerade Verbindung mit Pfeil 575">
              <a:extLst>
                <a:ext uri="{FF2B5EF4-FFF2-40B4-BE49-F238E27FC236}">
                  <a16:creationId xmlns:a16="http://schemas.microsoft.com/office/drawing/2014/main" id="{382CF40C-AF19-4347-E7E5-9379B82E8720}"/>
                </a:ext>
              </a:extLst>
            </p:cNvPr>
            <p:cNvCxnSpPr>
              <a:cxnSpLocks/>
            </p:cNvCxnSpPr>
            <p:nvPr/>
          </p:nvCxnSpPr>
          <p:spPr>
            <a:xfrm>
              <a:off x="3748036" y="5084231"/>
              <a:ext cx="3135085" cy="0"/>
            </a:xfrm>
            <a:prstGeom prst="straightConnector1">
              <a:avLst/>
            </a:prstGeom>
            <a:ln>
              <a:solidFill>
                <a:srgbClr val="FE7575"/>
              </a:solidFill>
              <a:tailEnd type="triangle"/>
            </a:ln>
          </p:spPr>
          <p:style>
            <a:lnRef idx="2">
              <a:schemeClr val="dk1"/>
            </a:lnRef>
            <a:fillRef idx="0">
              <a:schemeClr val="dk1"/>
            </a:fillRef>
            <a:effectRef idx="1">
              <a:schemeClr val="dk1"/>
            </a:effectRef>
            <a:fontRef idx="minor">
              <a:schemeClr val="tx1"/>
            </a:fontRef>
          </p:style>
        </p:cxnSp>
      </p:grpSp>
      <p:pic>
        <p:nvPicPr>
          <p:cNvPr id="577" name="Picture 68">
            <a:extLst>
              <a:ext uri="{FF2B5EF4-FFF2-40B4-BE49-F238E27FC236}">
                <a16:creationId xmlns:a16="http://schemas.microsoft.com/office/drawing/2014/main" id="{812A07CE-8A78-C5C9-CEFC-DE465C09311C}"/>
              </a:ext>
            </a:extLst>
          </p:cNvPr>
          <p:cNvPicPr>
            <a:picLocks noChangeAspect="1"/>
          </p:cNvPicPr>
          <p:nvPr/>
        </p:nvPicPr>
        <p:blipFill>
          <a:blip r:embed="rId1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985980" y="9501064"/>
            <a:ext cx="602324" cy="602324"/>
          </a:xfrm>
          <a:prstGeom prst="rect">
            <a:avLst/>
          </a:prstGeom>
        </p:spPr>
      </p:pic>
      <p:sp>
        <p:nvSpPr>
          <p:cNvPr id="580" name="Pfeil: nach links und rechts 579">
            <a:extLst>
              <a:ext uri="{FF2B5EF4-FFF2-40B4-BE49-F238E27FC236}">
                <a16:creationId xmlns:a16="http://schemas.microsoft.com/office/drawing/2014/main" id="{2B89C1B7-779D-E19B-5D47-3C8B0C8D8283}"/>
              </a:ext>
            </a:extLst>
          </p:cNvPr>
          <p:cNvSpPr/>
          <p:nvPr/>
        </p:nvSpPr>
        <p:spPr>
          <a:xfrm rot="16200000">
            <a:off x="12020333" y="7321833"/>
            <a:ext cx="3931400" cy="713235"/>
          </a:xfrm>
          <a:prstGeom prst="leftRightArrow">
            <a:avLst>
              <a:gd name="adj1" fmla="val 100000"/>
              <a:gd name="adj2" fmla="val 32144"/>
            </a:avLst>
          </a:prstGeom>
          <a:gradFill flip="none" rotWithShape="1">
            <a:gsLst>
              <a:gs pos="48905">
                <a:srgbClr val="FFC000"/>
              </a:gs>
              <a:gs pos="28000">
                <a:srgbClr val="C7DDBA"/>
              </a:gs>
              <a:gs pos="74000">
                <a:srgbClr val="D6896A"/>
              </a:gs>
            </a:gsLst>
            <a:lin ang="10800000" scaled="0"/>
            <a:tileRect/>
          </a:gra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grpSp>
        <p:nvGrpSpPr>
          <p:cNvPr id="1765" name="Gruppieren 1764">
            <a:extLst>
              <a:ext uri="{FF2B5EF4-FFF2-40B4-BE49-F238E27FC236}">
                <a16:creationId xmlns:a16="http://schemas.microsoft.com/office/drawing/2014/main" id="{4A05C46D-9F55-8487-1571-2F6A94D83E23}"/>
              </a:ext>
            </a:extLst>
          </p:cNvPr>
          <p:cNvGrpSpPr/>
          <p:nvPr/>
        </p:nvGrpSpPr>
        <p:grpSpPr>
          <a:xfrm>
            <a:off x="13672200" y="6037856"/>
            <a:ext cx="286369" cy="3436953"/>
            <a:chOff x="3021235" y="1474258"/>
            <a:chExt cx="286369" cy="3436953"/>
          </a:xfrm>
        </p:grpSpPr>
        <p:sp>
          <p:nvSpPr>
            <p:cNvPr id="581" name="Rechteck: abgerundete Ecken 580">
              <a:extLst>
                <a:ext uri="{FF2B5EF4-FFF2-40B4-BE49-F238E27FC236}">
                  <a16:creationId xmlns:a16="http://schemas.microsoft.com/office/drawing/2014/main" id="{8D2BBB87-13E9-32D4-8A17-0FE3F5195162}"/>
                </a:ext>
              </a:extLst>
            </p:cNvPr>
            <p:cNvSpPr/>
            <p:nvPr/>
          </p:nvSpPr>
          <p:spPr>
            <a:xfrm rot="5400000">
              <a:off x="3021235" y="1474258"/>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582" name="Rechteck: abgerundete Ecken 581">
              <a:extLst>
                <a:ext uri="{FF2B5EF4-FFF2-40B4-BE49-F238E27FC236}">
                  <a16:creationId xmlns:a16="http://schemas.microsoft.com/office/drawing/2014/main" id="{6707DCB7-392E-165B-DCDB-19B2CC315B1D}"/>
                </a:ext>
              </a:extLst>
            </p:cNvPr>
            <p:cNvSpPr/>
            <p:nvPr/>
          </p:nvSpPr>
          <p:spPr>
            <a:xfrm rot="5400000">
              <a:off x="3021235" y="182432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3" name="Rechteck: abgerundete Ecken 582">
              <a:extLst>
                <a:ext uri="{FF2B5EF4-FFF2-40B4-BE49-F238E27FC236}">
                  <a16:creationId xmlns:a16="http://schemas.microsoft.com/office/drawing/2014/main" id="{70B1469C-537F-4B24-40F8-EB38359C38EE}"/>
                </a:ext>
              </a:extLst>
            </p:cNvPr>
            <p:cNvSpPr/>
            <p:nvPr/>
          </p:nvSpPr>
          <p:spPr>
            <a:xfrm rot="5400000">
              <a:off x="3021235" y="217438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4" name="Rechteck: abgerundete Ecken 583">
              <a:extLst>
                <a:ext uri="{FF2B5EF4-FFF2-40B4-BE49-F238E27FC236}">
                  <a16:creationId xmlns:a16="http://schemas.microsoft.com/office/drawing/2014/main" id="{43981172-9715-53F2-D2BB-00B5DC79C373}"/>
                </a:ext>
              </a:extLst>
            </p:cNvPr>
            <p:cNvSpPr/>
            <p:nvPr/>
          </p:nvSpPr>
          <p:spPr>
            <a:xfrm>
              <a:off x="3021235" y="2874518"/>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sp>
          <p:nvSpPr>
            <p:cNvPr id="585" name="Rechteck: abgerundete Ecken 584">
              <a:extLst>
                <a:ext uri="{FF2B5EF4-FFF2-40B4-BE49-F238E27FC236}">
                  <a16:creationId xmlns:a16="http://schemas.microsoft.com/office/drawing/2014/main" id="{90F5907F-C718-745C-504F-E43889888382}"/>
                </a:ext>
              </a:extLst>
            </p:cNvPr>
            <p:cNvSpPr/>
            <p:nvPr/>
          </p:nvSpPr>
          <p:spPr>
            <a:xfrm rot="5400000">
              <a:off x="3021235" y="252445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6" name="Rechteck: abgerundete Ecken 585">
              <a:extLst>
                <a:ext uri="{FF2B5EF4-FFF2-40B4-BE49-F238E27FC236}">
                  <a16:creationId xmlns:a16="http://schemas.microsoft.com/office/drawing/2014/main" id="{7B6060B6-0647-9D3C-9171-901C396E1A97}"/>
                </a:ext>
              </a:extLst>
            </p:cNvPr>
            <p:cNvSpPr/>
            <p:nvPr/>
          </p:nvSpPr>
          <p:spPr>
            <a:xfrm rot="5400000">
              <a:off x="3021235" y="322458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7" name="Rechteck: abgerundete Ecken 586">
              <a:extLst>
                <a:ext uri="{FF2B5EF4-FFF2-40B4-BE49-F238E27FC236}">
                  <a16:creationId xmlns:a16="http://schemas.microsoft.com/office/drawing/2014/main" id="{B08BBADF-B043-C905-2605-BD5EAA412525}"/>
                </a:ext>
              </a:extLst>
            </p:cNvPr>
            <p:cNvSpPr/>
            <p:nvPr/>
          </p:nvSpPr>
          <p:spPr>
            <a:xfrm rot="5400000">
              <a:off x="3021235" y="357464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8" name="Rechteck: abgerundete Ecken 587">
              <a:extLst>
                <a:ext uri="{FF2B5EF4-FFF2-40B4-BE49-F238E27FC236}">
                  <a16:creationId xmlns:a16="http://schemas.microsoft.com/office/drawing/2014/main" id="{49A5B88B-B35B-FD19-6E37-7BBA58C6859C}"/>
                </a:ext>
              </a:extLst>
            </p:cNvPr>
            <p:cNvSpPr/>
            <p:nvPr/>
          </p:nvSpPr>
          <p:spPr>
            <a:xfrm rot="5400000">
              <a:off x="3021235" y="392471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89" name="Rechteck: abgerundete Ecken 588">
              <a:extLst>
                <a:ext uri="{FF2B5EF4-FFF2-40B4-BE49-F238E27FC236}">
                  <a16:creationId xmlns:a16="http://schemas.microsoft.com/office/drawing/2014/main" id="{A2745E6B-DD81-1EB8-2FA3-1FE22D64126C}"/>
                </a:ext>
              </a:extLst>
            </p:cNvPr>
            <p:cNvSpPr/>
            <p:nvPr/>
          </p:nvSpPr>
          <p:spPr>
            <a:xfrm rot="5400000">
              <a:off x="3021235" y="427477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90" name="Rechteck: abgerundete Ecken 589">
              <a:extLst>
                <a:ext uri="{FF2B5EF4-FFF2-40B4-BE49-F238E27FC236}">
                  <a16:creationId xmlns:a16="http://schemas.microsoft.com/office/drawing/2014/main" id="{67DC1348-A8F6-C90E-E431-4647A92CE741}"/>
                </a:ext>
              </a:extLst>
            </p:cNvPr>
            <p:cNvSpPr/>
            <p:nvPr/>
          </p:nvSpPr>
          <p:spPr>
            <a:xfrm rot="5400000">
              <a:off x="3021235" y="4624842"/>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pic>
        <p:nvPicPr>
          <p:cNvPr id="633" name="Picture 3">
            <a:extLst>
              <a:ext uri="{FF2B5EF4-FFF2-40B4-BE49-F238E27FC236}">
                <a16:creationId xmlns:a16="http://schemas.microsoft.com/office/drawing/2014/main" id="{71885D0F-B29D-CF54-08FA-27591B697F27}"/>
              </a:ext>
            </a:extLst>
          </p:cNvPr>
          <p:cNvPicPr>
            <a:picLocks noChangeAspect="1"/>
          </p:cNvPicPr>
          <p:nvPr/>
        </p:nvPicPr>
        <p:blipFill>
          <a:blip r:embed="rId1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3702538" y="5270210"/>
            <a:ext cx="613598" cy="613598"/>
          </a:xfrm>
          <a:prstGeom prst="rect">
            <a:avLst/>
          </a:prstGeom>
        </p:spPr>
      </p:pic>
      <p:grpSp>
        <p:nvGrpSpPr>
          <p:cNvPr id="501" name="Gruppieren 500">
            <a:extLst>
              <a:ext uri="{FF2B5EF4-FFF2-40B4-BE49-F238E27FC236}">
                <a16:creationId xmlns:a16="http://schemas.microsoft.com/office/drawing/2014/main" id="{7B63B979-E519-1A15-D44D-6F781E18AD8A}"/>
              </a:ext>
            </a:extLst>
          </p:cNvPr>
          <p:cNvGrpSpPr/>
          <p:nvPr/>
        </p:nvGrpSpPr>
        <p:grpSpPr>
          <a:xfrm>
            <a:off x="19460847" y="708040"/>
            <a:ext cx="439691" cy="3357278"/>
            <a:chOff x="1556122" y="1917784"/>
            <a:chExt cx="439691" cy="3357278"/>
          </a:xfrm>
        </p:grpSpPr>
        <p:grpSp>
          <p:nvGrpSpPr>
            <p:cNvPr id="502" name="Gruppieren 501">
              <a:extLst>
                <a:ext uri="{FF2B5EF4-FFF2-40B4-BE49-F238E27FC236}">
                  <a16:creationId xmlns:a16="http://schemas.microsoft.com/office/drawing/2014/main" id="{8A834B48-E484-DBAE-F23C-A16F9D68AE04}"/>
                </a:ext>
              </a:extLst>
            </p:cNvPr>
            <p:cNvGrpSpPr/>
            <p:nvPr/>
          </p:nvGrpSpPr>
          <p:grpSpPr>
            <a:xfrm>
              <a:off x="1556122" y="1917784"/>
              <a:ext cx="439691" cy="202913"/>
              <a:chOff x="1759989" y="1957464"/>
              <a:chExt cx="487369" cy="202913"/>
            </a:xfrm>
          </p:grpSpPr>
          <p:sp>
            <p:nvSpPr>
              <p:cNvPr id="134" name="Rechteck: abgerundete Ecken 133">
                <a:extLst>
                  <a:ext uri="{FF2B5EF4-FFF2-40B4-BE49-F238E27FC236}">
                    <a16:creationId xmlns:a16="http://schemas.microsoft.com/office/drawing/2014/main" id="{057B7F1F-765A-55E4-25BA-BC2BB25225E9}"/>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35" name="Picture 56">
                <a:extLst>
                  <a:ext uri="{FF2B5EF4-FFF2-40B4-BE49-F238E27FC236}">
                    <a16:creationId xmlns:a16="http://schemas.microsoft.com/office/drawing/2014/main" id="{D37B2F82-ADC7-965F-4DCE-221C0174F03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3" name="Gruppieren 502">
              <a:extLst>
                <a:ext uri="{FF2B5EF4-FFF2-40B4-BE49-F238E27FC236}">
                  <a16:creationId xmlns:a16="http://schemas.microsoft.com/office/drawing/2014/main" id="{3D859419-F1E1-C66F-2CF7-D13C330B11AD}"/>
                </a:ext>
              </a:extLst>
            </p:cNvPr>
            <p:cNvGrpSpPr/>
            <p:nvPr/>
          </p:nvGrpSpPr>
          <p:grpSpPr>
            <a:xfrm>
              <a:off x="1556122" y="2268269"/>
              <a:ext cx="439691" cy="202913"/>
              <a:chOff x="1759989" y="1957464"/>
              <a:chExt cx="487369" cy="202913"/>
            </a:xfrm>
          </p:grpSpPr>
          <p:sp>
            <p:nvSpPr>
              <p:cNvPr id="132" name="Rechteck: abgerundete Ecken 131">
                <a:extLst>
                  <a:ext uri="{FF2B5EF4-FFF2-40B4-BE49-F238E27FC236}">
                    <a16:creationId xmlns:a16="http://schemas.microsoft.com/office/drawing/2014/main" id="{8669805B-8CF6-A6B0-A2A2-09BDBDC7400B}"/>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33" name="Picture 56">
                <a:extLst>
                  <a:ext uri="{FF2B5EF4-FFF2-40B4-BE49-F238E27FC236}">
                    <a16:creationId xmlns:a16="http://schemas.microsoft.com/office/drawing/2014/main" id="{4389A048-A687-9BD8-8C2A-A85E6A97CABC}"/>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4" name="Gruppieren 503">
              <a:extLst>
                <a:ext uri="{FF2B5EF4-FFF2-40B4-BE49-F238E27FC236}">
                  <a16:creationId xmlns:a16="http://schemas.microsoft.com/office/drawing/2014/main" id="{78C27C2A-BD3D-19D9-3F91-D253884F616A}"/>
                </a:ext>
              </a:extLst>
            </p:cNvPr>
            <p:cNvGrpSpPr/>
            <p:nvPr/>
          </p:nvGrpSpPr>
          <p:grpSpPr>
            <a:xfrm>
              <a:off x="1556122" y="2618754"/>
              <a:ext cx="439691" cy="202913"/>
              <a:chOff x="1759989" y="1957464"/>
              <a:chExt cx="487369" cy="202913"/>
            </a:xfrm>
          </p:grpSpPr>
          <p:sp>
            <p:nvSpPr>
              <p:cNvPr id="130" name="Rechteck: abgerundete Ecken 129">
                <a:extLst>
                  <a:ext uri="{FF2B5EF4-FFF2-40B4-BE49-F238E27FC236}">
                    <a16:creationId xmlns:a16="http://schemas.microsoft.com/office/drawing/2014/main" id="{A832876B-0411-1A0E-737A-5C393615AC6E}"/>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31" name="Picture 56">
                <a:extLst>
                  <a:ext uri="{FF2B5EF4-FFF2-40B4-BE49-F238E27FC236}">
                    <a16:creationId xmlns:a16="http://schemas.microsoft.com/office/drawing/2014/main" id="{DBBCB502-3CB5-42BE-6ACE-A32D45DD3F4D}"/>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5" name="Gruppieren 504">
              <a:extLst>
                <a:ext uri="{FF2B5EF4-FFF2-40B4-BE49-F238E27FC236}">
                  <a16:creationId xmlns:a16="http://schemas.microsoft.com/office/drawing/2014/main" id="{AEE0151B-0708-D393-256F-4B6273F5EC55}"/>
                </a:ext>
              </a:extLst>
            </p:cNvPr>
            <p:cNvGrpSpPr/>
            <p:nvPr/>
          </p:nvGrpSpPr>
          <p:grpSpPr>
            <a:xfrm>
              <a:off x="1556122" y="2969239"/>
              <a:ext cx="439691" cy="202913"/>
              <a:chOff x="1759989" y="1957464"/>
              <a:chExt cx="487369" cy="202913"/>
            </a:xfrm>
          </p:grpSpPr>
          <p:sp>
            <p:nvSpPr>
              <p:cNvPr id="128" name="Rechteck: abgerundete Ecken 127">
                <a:extLst>
                  <a:ext uri="{FF2B5EF4-FFF2-40B4-BE49-F238E27FC236}">
                    <a16:creationId xmlns:a16="http://schemas.microsoft.com/office/drawing/2014/main" id="{5B27AC20-AACE-8DBB-95AB-04137C5C8BEA}"/>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9" name="Picture 56">
                <a:extLst>
                  <a:ext uri="{FF2B5EF4-FFF2-40B4-BE49-F238E27FC236}">
                    <a16:creationId xmlns:a16="http://schemas.microsoft.com/office/drawing/2014/main" id="{0C0710D6-9D7E-9A32-0072-60520CEF7628}"/>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6" name="Gruppieren 505">
              <a:extLst>
                <a:ext uri="{FF2B5EF4-FFF2-40B4-BE49-F238E27FC236}">
                  <a16:creationId xmlns:a16="http://schemas.microsoft.com/office/drawing/2014/main" id="{6A9ADBE0-4BA0-43F4-558B-34E72A35A84A}"/>
                </a:ext>
              </a:extLst>
            </p:cNvPr>
            <p:cNvGrpSpPr/>
            <p:nvPr/>
          </p:nvGrpSpPr>
          <p:grpSpPr>
            <a:xfrm>
              <a:off x="1556122" y="3319724"/>
              <a:ext cx="439691" cy="202913"/>
              <a:chOff x="1759989" y="1957464"/>
              <a:chExt cx="487369" cy="202913"/>
            </a:xfrm>
          </p:grpSpPr>
          <p:sp>
            <p:nvSpPr>
              <p:cNvPr id="127" name="Rechteck: abgerundete Ecken 126">
                <a:extLst>
                  <a:ext uri="{FF2B5EF4-FFF2-40B4-BE49-F238E27FC236}">
                    <a16:creationId xmlns:a16="http://schemas.microsoft.com/office/drawing/2014/main" id="{0DD37A44-396F-02C8-2A62-6A19BB8D0D47}"/>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524" name="Picture 56">
                <a:extLst>
                  <a:ext uri="{FF2B5EF4-FFF2-40B4-BE49-F238E27FC236}">
                    <a16:creationId xmlns:a16="http://schemas.microsoft.com/office/drawing/2014/main" id="{3D926E6E-53C9-628D-6D0A-613340A413A5}"/>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7" name="Gruppieren 506">
              <a:extLst>
                <a:ext uri="{FF2B5EF4-FFF2-40B4-BE49-F238E27FC236}">
                  <a16:creationId xmlns:a16="http://schemas.microsoft.com/office/drawing/2014/main" id="{48DC78DB-843E-8D8B-7E35-47E6BDEE9720}"/>
                </a:ext>
              </a:extLst>
            </p:cNvPr>
            <p:cNvGrpSpPr/>
            <p:nvPr/>
          </p:nvGrpSpPr>
          <p:grpSpPr>
            <a:xfrm>
              <a:off x="1556122" y="3670209"/>
              <a:ext cx="439691" cy="202913"/>
              <a:chOff x="1759989" y="1957464"/>
              <a:chExt cx="487369" cy="202913"/>
            </a:xfrm>
          </p:grpSpPr>
          <p:sp>
            <p:nvSpPr>
              <p:cNvPr id="125" name="Rechteck: abgerundete Ecken 124">
                <a:extLst>
                  <a:ext uri="{FF2B5EF4-FFF2-40B4-BE49-F238E27FC236}">
                    <a16:creationId xmlns:a16="http://schemas.microsoft.com/office/drawing/2014/main" id="{34393AA8-F0D1-83C0-2F25-728059DD1A0B}"/>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6" name="Picture 56">
                <a:extLst>
                  <a:ext uri="{FF2B5EF4-FFF2-40B4-BE49-F238E27FC236}">
                    <a16:creationId xmlns:a16="http://schemas.microsoft.com/office/drawing/2014/main" id="{B517DEEC-C3D0-9562-6BB9-6662E9357FB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8" name="Gruppieren 507">
              <a:extLst>
                <a:ext uri="{FF2B5EF4-FFF2-40B4-BE49-F238E27FC236}">
                  <a16:creationId xmlns:a16="http://schemas.microsoft.com/office/drawing/2014/main" id="{D2915E7D-4DBE-CE1B-6F55-05111A1D8FA9}"/>
                </a:ext>
              </a:extLst>
            </p:cNvPr>
            <p:cNvGrpSpPr/>
            <p:nvPr/>
          </p:nvGrpSpPr>
          <p:grpSpPr>
            <a:xfrm>
              <a:off x="1556122" y="4020694"/>
              <a:ext cx="439691" cy="202913"/>
              <a:chOff x="1759989" y="1957464"/>
              <a:chExt cx="487369" cy="202913"/>
            </a:xfrm>
          </p:grpSpPr>
          <p:sp>
            <p:nvSpPr>
              <p:cNvPr id="123" name="Rechteck: abgerundete Ecken 122">
                <a:extLst>
                  <a:ext uri="{FF2B5EF4-FFF2-40B4-BE49-F238E27FC236}">
                    <a16:creationId xmlns:a16="http://schemas.microsoft.com/office/drawing/2014/main" id="{3D2BB989-8C59-A2C9-5EE1-D28FC260E176}"/>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4" name="Picture 56">
                <a:extLst>
                  <a:ext uri="{FF2B5EF4-FFF2-40B4-BE49-F238E27FC236}">
                    <a16:creationId xmlns:a16="http://schemas.microsoft.com/office/drawing/2014/main" id="{E60C1A5E-0B25-B427-6541-625C3B8AAF2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09" name="Gruppieren 508">
              <a:extLst>
                <a:ext uri="{FF2B5EF4-FFF2-40B4-BE49-F238E27FC236}">
                  <a16:creationId xmlns:a16="http://schemas.microsoft.com/office/drawing/2014/main" id="{4A26AEDB-48A3-217A-4DEE-2C99579693E1}"/>
                </a:ext>
              </a:extLst>
            </p:cNvPr>
            <p:cNvGrpSpPr/>
            <p:nvPr/>
          </p:nvGrpSpPr>
          <p:grpSpPr>
            <a:xfrm>
              <a:off x="1556122" y="4371179"/>
              <a:ext cx="439691" cy="202913"/>
              <a:chOff x="1759989" y="1957464"/>
              <a:chExt cx="487369" cy="202913"/>
            </a:xfrm>
          </p:grpSpPr>
          <p:sp>
            <p:nvSpPr>
              <p:cNvPr id="90" name="Rechteck: abgerundete Ecken 89">
                <a:extLst>
                  <a:ext uri="{FF2B5EF4-FFF2-40B4-BE49-F238E27FC236}">
                    <a16:creationId xmlns:a16="http://schemas.microsoft.com/office/drawing/2014/main" id="{61D4B038-D9B2-755E-21AB-D8FA22148FAF}"/>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1" name="Picture 56">
                <a:extLst>
                  <a:ext uri="{FF2B5EF4-FFF2-40B4-BE49-F238E27FC236}">
                    <a16:creationId xmlns:a16="http://schemas.microsoft.com/office/drawing/2014/main" id="{6BFCD8D8-F0F3-6910-6131-23A35B780C9F}"/>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510" name="Gruppieren 509">
              <a:extLst>
                <a:ext uri="{FF2B5EF4-FFF2-40B4-BE49-F238E27FC236}">
                  <a16:creationId xmlns:a16="http://schemas.microsoft.com/office/drawing/2014/main" id="{A02C73AD-6500-D723-324D-A7D3B9571C98}"/>
                </a:ext>
              </a:extLst>
            </p:cNvPr>
            <p:cNvGrpSpPr/>
            <p:nvPr/>
          </p:nvGrpSpPr>
          <p:grpSpPr>
            <a:xfrm>
              <a:off x="1556122" y="4721664"/>
              <a:ext cx="439691" cy="202913"/>
              <a:chOff x="1759989" y="1957464"/>
              <a:chExt cx="487369" cy="202913"/>
            </a:xfrm>
          </p:grpSpPr>
          <p:sp>
            <p:nvSpPr>
              <p:cNvPr id="88" name="Rechteck: abgerundete Ecken 87">
                <a:extLst>
                  <a:ext uri="{FF2B5EF4-FFF2-40B4-BE49-F238E27FC236}">
                    <a16:creationId xmlns:a16="http://schemas.microsoft.com/office/drawing/2014/main" id="{A78756DA-1986-6DFF-E2D1-8EF3CC53BC7D}"/>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89" name="Picture 56">
                <a:extLst>
                  <a:ext uri="{FF2B5EF4-FFF2-40B4-BE49-F238E27FC236}">
                    <a16:creationId xmlns:a16="http://schemas.microsoft.com/office/drawing/2014/main" id="{7F22FFF3-5C88-85CC-7E3D-52D8D86F0B15}"/>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nvGrpSpPr>
            <p:cNvPr id="84" name="Gruppieren 83">
              <a:extLst>
                <a:ext uri="{FF2B5EF4-FFF2-40B4-BE49-F238E27FC236}">
                  <a16:creationId xmlns:a16="http://schemas.microsoft.com/office/drawing/2014/main" id="{9AA9E3C0-D1EA-6763-19EA-CE15683ECA4A}"/>
                </a:ext>
              </a:extLst>
            </p:cNvPr>
            <p:cNvGrpSpPr/>
            <p:nvPr/>
          </p:nvGrpSpPr>
          <p:grpSpPr>
            <a:xfrm>
              <a:off x="1556122" y="5072149"/>
              <a:ext cx="439691" cy="202913"/>
              <a:chOff x="1759989" y="1957464"/>
              <a:chExt cx="487369" cy="202913"/>
            </a:xfrm>
          </p:grpSpPr>
          <p:sp>
            <p:nvSpPr>
              <p:cNvPr id="85" name="Rechteck: abgerundete Ecken 84">
                <a:extLst>
                  <a:ext uri="{FF2B5EF4-FFF2-40B4-BE49-F238E27FC236}">
                    <a16:creationId xmlns:a16="http://schemas.microsoft.com/office/drawing/2014/main" id="{225424F5-8FBD-17FA-3B3E-03FAF2408A34}"/>
                  </a:ext>
                </a:extLst>
              </p:cNvPr>
              <p:cNvSpPr/>
              <p:nvPr/>
            </p:nvSpPr>
            <p:spPr>
              <a:xfrm>
                <a:off x="1759989" y="1957464"/>
                <a:ext cx="487369"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86" name="Picture 56">
                <a:extLst>
                  <a:ext uri="{FF2B5EF4-FFF2-40B4-BE49-F238E27FC236}">
                    <a16:creationId xmlns:a16="http://schemas.microsoft.com/office/drawing/2014/main" id="{9A9861AD-0D02-3595-A842-2DB70A26B36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5"/>
              </a:xfrm>
              <a:prstGeom prst="rect">
                <a:avLst/>
              </a:prstGeom>
            </p:spPr>
          </p:pic>
        </p:grpSp>
      </p:grpSp>
      <p:grpSp>
        <p:nvGrpSpPr>
          <p:cNvPr id="73" name="Gruppieren 72">
            <a:extLst>
              <a:ext uri="{FF2B5EF4-FFF2-40B4-BE49-F238E27FC236}">
                <a16:creationId xmlns:a16="http://schemas.microsoft.com/office/drawing/2014/main" id="{96E48271-188C-2B14-F8B2-6DFC0AA6922C}"/>
              </a:ext>
            </a:extLst>
          </p:cNvPr>
          <p:cNvGrpSpPr/>
          <p:nvPr/>
        </p:nvGrpSpPr>
        <p:grpSpPr>
          <a:xfrm>
            <a:off x="13971668" y="6204761"/>
            <a:ext cx="67138" cy="3152484"/>
            <a:chOff x="3748036" y="1931747"/>
            <a:chExt cx="3135085" cy="3152484"/>
          </a:xfrm>
        </p:grpSpPr>
        <p:cxnSp>
          <p:nvCxnSpPr>
            <p:cNvPr id="74" name="Gerade Verbindung mit Pfeil 73">
              <a:extLst>
                <a:ext uri="{FF2B5EF4-FFF2-40B4-BE49-F238E27FC236}">
                  <a16:creationId xmlns:a16="http://schemas.microsoft.com/office/drawing/2014/main" id="{B9A71B9D-C386-29EF-7BA7-7212C85A9A8E}"/>
                </a:ext>
              </a:extLst>
            </p:cNvPr>
            <p:cNvCxnSpPr>
              <a:cxnSpLocks/>
            </p:cNvCxnSpPr>
            <p:nvPr/>
          </p:nvCxnSpPr>
          <p:spPr>
            <a:xfrm>
              <a:off x="3748036" y="1931747"/>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75" name="Gerade Verbindung mit Pfeil 74">
              <a:extLst>
                <a:ext uri="{FF2B5EF4-FFF2-40B4-BE49-F238E27FC236}">
                  <a16:creationId xmlns:a16="http://schemas.microsoft.com/office/drawing/2014/main" id="{251F2BE5-DE6E-5415-C1EF-BA8A4E3CF4B2}"/>
                </a:ext>
              </a:extLst>
            </p:cNvPr>
            <p:cNvCxnSpPr>
              <a:cxnSpLocks/>
            </p:cNvCxnSpPr>
            <p:nvPr/>
          </p:nvCxnSpPr>
          <p:spPr>
            <a:xfrm>
              <a:off x="3748036" y="2282023"/>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76" name="Gerade Verbindung mit Pfeil 75">
              <a:extLst>
                <a:ext uri="{FF2B5EF4-FFF2-40B4-BE49-F238E27FC236}">
                  <a16:creationId xmlns:a16="http://schemas.microsoft.com/office/drawing/2014/main" id="{DFFC3C4B-353D-9CD4-832F-C045CF734280}"/>
                </a:ext>
              </a:extLst>
            </p:cNvPr>
            <p:cNvCxnSpPr>
              <a:cxnSpLocks/>
            </p:cNvCxnSpPr>
            <p:nvPr/>
          </p:nvCxnSpPr>
          <p:spPr>
            <a:xfrm>
              <a:off x="3748036" y="2632299"/>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77" name="Gerade Verbindung mit Pfeil 76">
              <a:extLst>
                <a:ext uri="{FF2B5EF4-FFF2-40B4-BE49-F238E27FC236}">
                  <a16:creationId xmlns:a16="http://schemas.microsoft.com/office/drawing/2014/main" id="{6E001E93-6EC5-EBD0-1ED4-90F1BA28651B}"/>
                </a:ext>
              </a:extLst>
            </p:cNvPr>
            <p:cNvCxnSpPr>
              <a:cxnSpLocks/>
            </p:cNvCxnSpPr>
            <p:nvPr/>
          </p:nvCxnSpPr>
          <p:spPr>
            <a:xfrm>
              <a:off x="3748036" y="2982575"/>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78" name="Gerade Verbindung mit Pfeil 77">
              <a:extLst>
                <a:ext uri="{FF2B5EF4-FFF2-40B4-BE49-F238E27FC236}">
                  <a16:creationId xmlns:a16="http://schemas.microsoft.com/office/drawing/2014/main" id="{990A9A07-3B51-C5D1-C5A8-82CCBC5224C7}"/>
                </a:ext>
              </a:extLst>
            </p:cNvPr>
            <p:cNvCxnSpPr>
              <a:cxnSpLocks/>
            </p:cNvCxnSpPr>
            <p:nvPr/>
          </p:nvCxnSpPr>
          <p:spPr>
            <a:xfrm>
              <a:off x="3748036" y="3332851"/>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79" name="Gerade Verbindung mit Pfeil 78">
              <a:extLst>
                <a:ext uri="{FF2B5EF4-FFF2-40B4-BE49-F238E27FC236}">
                  <a16:creationId xmlns:a16="http://schemas.microsoft.com/office/drawing/2014/main" id="{B5AFE4F3-2324-3706-2725-B64C528CE85D}"/>
                </a:ext>
              </a:extLst>
            </p:cNvPr>
            <p:cNvCxnSpPr>
              <a:cxnSpLocks/>
            </p:cNvCxnSpPr>
            <p:nvPr/>
          </p:nvCxnSpPr>
          <p:spPr>
            <a:xfrm>
              <a:off x="3748036" y="3683127"/>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80" name="Gerade Verbindung mit Pfeil 79">
              <a:extLst>
                <a:ext uri="{FF2B5EF4-FFF2-40B4-BE49-F238E27FC236}">
                  <a16:creationId xmlns:a16="http://schemas.microsoft.com/office/drawing/2014/main" id="{C59BFDC2-CD6B-25F7-BC8F-D3779D489681}"/>
                </a:ext>
              </a:extLst>
            </p:cNvPr>
            <p:cNvCxnSpPr>
              <a:cxnSpLocks/>
            </p:cNvCxnSpPr>
            <p:nvPr/>
          </p:nvCxnSpPr>
          <p:spPr>
            <a:xfrm>
              <a:off x="3748036" y="4033403"/>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81" name="Gerade Verbindung mit Pfeil 80">
              <a:extLst>
                <a:ext uri="{FF2B5EF4-FFF2-40B4-BE49-F238E27FC236}">
                  <a16:creationId xmlns:a16="http://schemas.microsoft.com/office/drawing/2014/main" id="{B18D05C8-DD9C-26E9-B34B-9D6060425ED6}"/>
                </a:ext>
              </a:extLst>
            </p:cNvPr>
            <p:cNvCxnSpPr>
              <a:cxnSpLocks/>
            </p:cNvCxnSpPr>
            <p:nvPr/>
          </p:nvCxnSpPr>
          <p:spPr>
            <a:xfrm>
              <a:off x="3748036" y="4383679"/>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82" name="Gerade Verbindung mit Pfeil 81">
              <a:extLst>
                <a:ext uri="{FF2B5EF4-FFF2-40B4-BE49-F238E27FC236}">
                  <a16:creationId xmlns:a16="http://schemas.microsoft.com/office/drawing/2014/main" id="{32847947-A49D-5776-622A-0A548234732F}"/>
                </a:ext>
              </a:extLst>
            </p:cNvPr>
            <p:cNvCxnSpPr>
              <a:cxnSpLocks/>
            </p:cNvCxnSpPr>
            <p:nvPr/>
          </p:nvCxnSpPr>
          <p:spPr>
            <a:xfrm>
              <a:off x="3748036" y="4733955"/>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83" name="Gerade Verbindung mit Pfeil 82">
              <a:extLst>
                <a:ext uri="{FF2B5EF4-FFF2-40B4-BE49-F238E27FC236}">
                  <a16:creationId xmlns:a16="http://schemas.microsoft.com/office/drawing/2014/main" id="{915FA6E1-DCBF-E54F-5569-2598963D5568}"/>
                </a:ext>
              </a:extLst>
            </p:cNvPr>
            <p:cNvCxnSpPr>
              <a:cxnSpLocks/>
            </p:cNvCxnSpPr>
            <p:nvPr/>
          </p:nvCxnSpPr>
          <p:spPr>
            <a:xfrm>
              <a:off x="3748036" y="5084231"/>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grpSp>
      <p:grpSp>
        <p:nvGrpSpPr>
          <p:cNvPr id="148" name="Gruppieren 147">
            <a:extLst>
              <a:ext uri="{FF2B5EF4-FFF2-40B4-BE49-F238E27FC236}">
                <a16:creationId xmlns:a16="http://schemas.microsoft.com/office/drawing/2014/main" id="{45248923-42DB-05DB-6010-EB0638E20C64}"/>
              </a:ext>
            </a:extLst>
          </p:cNvPr>
          <p:cNvGrpSpPr/>
          <p:nvPr/>
        </p:nvGrpSpPr>
        <p:grpSpPr>
          <a:xfrm>
            <a:off x="2419483" y="6020313"/>
            <a:ext cx="67138" cy="3152484"/>
            <a:chOff x="3748036" y="1931747"/>
            <a:chExt cx="3135085" cy="3152484"/>
          </a:xfrm>
        </p:grpSpPr>
        <p:cxnSp>
          <p:nvCxnSpPr>
            <p:cNvPr id="149" name="Gerade Verbindung mit Pfeil 148">
              <a:extLst>
                <a:ext uri="{FF2B5EF4-FFF2-40B4-BE49-F238E27FC236}">
                  <a16:creationId xmlns:a16="http://schemas.microsoft.com/office/drawing/2014/main" id="{505327C9-9C91-15D0-FC1C-3F71942A184B}"/>
                </a:ext>
              </a:extLst>
            </p:cNvPr>
            <p:cNvCxnSpPr>
              <a:cxnSpLocks/>
            </p:cNvCxnSpPr>
            <p:nvPr/>
          </p:nvCxnSpPr>
          <p:spPr>
            <a:xfrm>
              <a:off x="3748036" y="1931747"/>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50" name="Gerade Verbindung mit Pfeil 149">
              <a:extLst>
                <a:ext uri="{FF2B5EF4-FFF2-40B4-BE49-F238E27FC236}">
                  <a16:creationId xmlns:a16="http://schemas.microsoft.com/office/drawing/2014/main" id="{48BD4285-C57F-6D76-5F98-3FC304B9AABF}"/>
                </a:ext>
              </a:extLst>
            </p:cNvPr>
            <p:cNvCxnSpPr>
              <a:cxnSpLocks/>
            </p:cNvCxnSpPr>
            <p:nvPr/>
          </p:nvCxnSpPr>
          <p:spPr>
            <a:xfrm>
              <a:off x="3748036" y="2282023"/>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51" name="Gerade Verbindung mit Pfeil 150">
              <a:extLst>
                <a:ext uri="{FF2B5EF4-FFF2-40B4-BE49-F238E27FC236}">
                  <a16:creationId xmlns:a16="http://schemas.microsoft.com/office/drawing/2014/main" id="{AFE25E40-D591-48CD-F5A5-1D58D516F7BD}"/>
                </a:ext>
              </a:extLst>
            </p:cNvPr>
            <p:cNvCxnSpPr>
              <a:cxnSpLocks/>
            </p:cNvCxnSpPr>
            <p:nvPr/>
          </p:nvCxnSpPr>
          <p:spPr>
            <a:xfrm>
              <a:off x="3748036" y="2632299"/>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63" name="Gerade Verbindung mit Pfeil 162">
              <a:extLst>
                <a:ext uri="{FF2B5EF4-FFF2-40B4-BE49-F238E27FC236}">
                  <a16:creationId xmlns:a16="http://schemas.microsoft.com/office/drawing/2014/main" id="{CB85BD95-001D-93FC-901F-BB6174E54D40}"/>
                </a:ext>
              </a:extLst>
            </p:cNvPr>
            <p:cNvCxnSpPr>
              <a:cxnSpLocks/>
            </p:cNvCxnSpPr>
            <p:nvPr/>
          </p:nvCxnSpPr>
          <p:spPr>
            <a:xfrm>
              <a:off x="3748036" y="3332851"/>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65" name="Gerade Verbindung mit Pfeil 164">
              <a:extLst>
                <a:ext uri="{FF2B5EF4-FFF2-40B4-BE49-F238E27FC236}">
                  <a16:creationId xmlns:a16="http://schemas.microsoft.com/office/drawing/2014/main" id="{71C05ED3-7F1B-2A09-463E-F99B411A3CE3}"/>
                </a:ext>
              </a:extLst>
            </p:cNvPr>
            <p:cNvCxnSpPr>
              <a:cxnSpLocks/>
            </p:cNvCxnSpPr>
            <p:nvPr/>
          </p:nvCxnSpPr>
          <p:spPr>
            <a:xfrm>
              <a:off x="3748036" y="3683127"/>
              <a:ext cx="3135085" cy="0"/>
            </a:xfrm>
            <a:prstGeom prst="straightConnector1">
              <a:avLst/>
            </a:prstGeom>
            <a:ln>
              <a:solidFill>
                <a:schemeClr val="tx1">
                  <a:lumMod val="65000"/>
                  <a:lumOff val="35000"/>
                </a:schemeClr>
              </a:solidFill>
              <a:tailEnd type="triangle"/>
            </a:ln>
          </p:spPr>
          <p:style>
            <a:lnRef idx="2">
              <a:schemeClr val="dk1"/>
            </a:lnRef>
            <a:fillRef idx="0">
              <a:schemeClr val="dk1"/>
            </a:fillRef>
            <a:effectRef idx="1">
              <a:schemeClr val="dk1"/>
            </a:effectRef>
            <a:fontRef idx="minor">
              <a:schemeClr val="tx1"/>
            </a:fontRef>
          </p:style>
        </p:cxnSp>
        <p:cxnSp>
          <p:nvCxnSpPr>
            <p:cNvPr id="166" name="Gerade Verbindung mit Pfeil 165">
              <a:extLst>
                <a:ext uri="{FF2B5EF4-FFF2-40B4-BE49-F238E27FC236}">
                  <a16:creationId xmlns:a16="http://schemas.microsoft.com/office/drawing/2014/main" id="{359CB7B8-E96E-1931-8A5E-7E79066346DC}"/>
                </a:ext>
              </a:extLst>
            </p:cNvPr>
            <p:cNvCxnSpPr>
              <a:cxnSpLocks/>
            </p:cNvCxnSpPr>
            <p:nvPr/>
          </p:nvCxnSpPr>
          <p:spPr>
            <a:xfrm>
              <a:off x="3748036" y="4033403"/>
              <a:ext cx="313508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68" name="Gerade Verbindung mit Pfeil 167">
              <a:extLst>
                <a:ext uri="{FF2B5EF4-FFF2-40B4-BE49-F238E27FC236}">
                  <a16:creationId xmlns:a16="http://schemas.microsoft.com/office/drawing/2014/main" id="{E3558FB4-CA75-8F58-9BC8-4EBAC18A746B}"/>
                </a:ext>
              </a:extLst>
            </p:cNvPr>
            <p:cNvCxnSpPr>
              <a:cxnSpLocks/>
            </p:cNvCxnSpPr>
            <p:nvPr/>
          </p:nvCxnSpPr>
          <p:spPr>
            <a:xfrm>
              <a:off x="3748036" y="4383679"/>
              <a:ext cx="313508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70" name="Gerade Verbindung mit Pfeil 169">
              <a:extLst>
                <a:ext uri="{FF2B5EF4-FFF2-40B4-BE49-F238E27FC236}">
                  <a16:creationId xmlns:a16="http://schemas.microsoft.com/office/drawing/2014/main" id="{B3E771F1-6D3C-864F-5268-1F7261E1B56D}"/>
                </a:ext>
              </a:extLst>
            </p:cNvPr>
            <p:cNvCxnSpPr>
              <a:cxnSpLocks/>
            </p:cNvCxnSpPr>
            <p:nvPr/>
          </p:nvCxnSpPr>
          <p:spPr>
            <a:xfrm>
              <a:off x="3748036" y="4733955"/>
              <a:ext cx="313508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171" name="Gerade Verbindung mit Pfeil 170">
              <a:extLst>
                <a:ext uri="{FF2B5EF4-FFF2-40B4-BE49-F238E27FC236}">
                  <a16:creationId xmlns:a16="http://schemas.microsoft.com/office/drawing/2014/main" id="{C42DDCE8-4982-2791-B178-784E32CAE264}"/>
                </a:ext>
              </a:extLst>
            </p:cNvPr>
            <p:cNvCxnSpPr>
              <a:cxnSpLocks/>
            </p:cNvCxnSpPr>
            <p:nvPr/>
          </p:nvCxnSpPr>
          <p:spPr>
            <a:xfrm>
              <a:off x="3748036" y="5084231"/>
              <a:ext cx="3135085"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grpSp>
      <p:sp>
        <p:nvSpPr>
          <p:cNvPr id="174" name="Textfeld 173">
            <a:extLst>
              <a:ext uri="{FF2B5EF4-FFF2-40B4-BE49-F238E27FC236}">
                <a16:creationId xmlns:a16="http://schemas.microsoft.com/office/drawing/2014/main" id="{FB5A717A-39C3-BCA0-F892-5094A951001B}"/>
              </a:ext>
            </a:extLst>
          </p:cNvPr>
          <p:cNvSpPr txBox="1"/>
          <p:nvPr/>
        </p:nvSpPr>
        <p:spPr>
          <a:xfrm>
            <a:off x="19375906" y="207233"/>
            <a:ext cx="3061928" cy="338554"/>
          </a:xfrm>
          <a:prstGeom prst="rect">
            <a:avLst/>
          </a:prstGeom>
          <a:noFill/>
        </p:spPr>
        <p:txBody>
          <a:bodyPr wrap="none" rtlCol="0">
            <a:spAutoFit/>
          </a:bodyPr>
          <a:lstStyle/>
          <a:p>
            <a:r>
              <a:rPr lang="de-DE" sz="1600" dirty="0"/>
              <a:t>📝  Effekte am Ende jeder Phase</a:t>
            </a:r>
          </a:p>
        </p:txBody>
      </p:sp>
      <p:sp>
        <p:nvSpPr>
          <p:cNvPr id="177" name="Pfeil: nach links und rechts 176">
            <a:extLst>
              <a:ext uri="{FF2B5EF4-FFF2-40B4-BE49-F238E27FC236}">
                <a16:creationId xmlns:a16="http://schemas.microsoft.com/office/drawing/2014/main" id="{4B233521-89E8-9B57-33EF-09914A4A5203}"/>
              </a:ext>
            </a:extLst>
          </p:cNvPr>
          <p:cNvSpPr/>
          <p:nvPr/>
        </p:nvSpPr>
        <p:spPr>
          <a:xfrm rot="16200000">
            <a:off x="-7395027" y="7273137"/>
            <a:ext cx="5690243" cy="369332"/>
          </a:xfrm>
          <a:prstGeom prst="leftRightArrow">
            <a:avLst>
              <a:gd name="adj1" fmla="val 100000"/>
              <a:gd name="adj2" fmla="val 44498"/>
            </a:avLst>
          </a:prstGeom>
          <a:gradFill flip="none" rotWithShape="1">
            <a:gsLst>
              <a:gs pos="0">
                <a:schemeClr val="bg1"/>
              </a:gs>
              <a:gs pos="24000">
                <a:srgbClr val="FFC9C9"/>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grpSp>
        <p:nvGrpSpPr>
          <p:cNvPr id="180" name="Gruppieren 179">
            <a:extLst>
              <a:ext uri="{FF2B5EF4-FFF2-40B4-BE49-F238E27FC236}">
                <a16:creationId xmlns:a16="http://schemas.microsoft.com/office/drawing/2014/main" id="{D9974FE8-5A03-40B1-77B3-10422E4B58CF}"/>
              </a:ext>
            </a:extLst>
          </p:cNvPr>
          <p:cNvGrpSpPr/>
          <p:nvPr/>
        </p:nvGrpSpPr>
        <p:grpSpPr>
          <a:xfrm>
            <a:off x="-4817767" y="10110741"/>
            <a:ext cx="517013" cy="517013"/>
            <a:chOff x="8692299" y="3035541"/>
            <a:chExt cx="1037868" cy="1037868"/>
          </a:xfrm>
        </p:grpSpPr>
        <p:sp>
          <p:nvSpPr>
            <p:cNvPr id="183" name="Ellipse 182">
              <a:extLst>
                <a:ext uri="{FF2B5EF4-FFF2-40B4-BE49-F238E27FC236}">
                  <a16:creationId xmlns:a16="http://schemas.microsoft.com/office/drawing/2014/main" id="{C502314E-A18E-D5CE-319F-07D49840CBFB}"/>
                </a:ext>
              </a:extLst>
            </p:cNvPr>
            <p:cNvSpPr/>
            <p:nvPr/>
          </p:nvSpPr>
          <p:spPr>
            <a:xfrm>
              <a:off x="8692299" y="3035541"/>
              <a:ext cx="1037868" cy="1037868"/>
            </a:xfrm>
            <a:prstGeom prst="ellipse">
              <a:avLst/>
            </a:prstGeom>
            <a:solidFill>
              <a:srgbClr val="FFC9C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6" name="Grafik 121" descr="Strommast mit einfarbiger Füllung">
              <a:extLst>
                <a:ext uri="{FF2B5EF4-FFF2-40B4-BE49-F238E27FC236}">
                  <a16:creationId xmlns:a16="http://schemas.microsoft.com/office/drawing/2014/main" id="{7CD43D35-9A66-3725-D52F-F0D2391DB0A5}"/>
                </a:ext>
              </a:extLst>
            </p:cNvPr>
            <p:cNvSpPr/>
            <p:nvPr/>
          </p:nvSpPr>
          <p:spPr>
            <a:xfrm>
              <a:off x="8893478" y="3116728"/>
              <a:ext cx="628649" cy="87549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solidFill>
                <a:schemeClr val="tx1"/>
              </a:solidFill>
              <a:prstDash val="solid"/>
              <a:miter/>
            </a:ln>
          </p:spPr>
          <p:txBody>
            <a:bodyPr/>
            <a:lstStyle/>
            <a:p>
              <a:endParaRPr lang="de-DE" sz="1600"/>
            </a:p>
          </p:txBody>
        </p:sp>
      </p:grpSp>
      <p:graphicFrame>
        <p:nvGraphicFramePr>
          <p:cNvPr id="578" name="Tabelle 577">
            <a:extLst>
              <a:ext uri="{FF2B5EF4-FFF2-40B4-BE49-F238E27FC236}">
                <a16:creationId xmlns:a16="http://schemas.microsoft.com/office/drawing/2014/main" id="{94D90DC8-89CB-D971-DE1C-08228FFA323E}"/>
              </a:ext>
            </a:extLst>
          </p:cNvPr>
          <p:cNvGraphicFramePr>
            <a:graphicFrameLocks noGrp="1"/>
          </p:cNvGraphicFramePr>
          <p:nvPr>
            <p:extLst>
              <p:ext uri="{D42A27DB-BD31-4B8C-83A1-F6EECF244321}">
                <p14:modId xmlns:p14="http://schemas.microsoft.com/office/powerpoint/2010/main" val="3111768048"/>
              </p:ext>
            </p:extLst>
          </p:nvPr>
        </p:nvGraphicFramePr>
        <p:xfrm>
          <a:off x="-6879533" y="4521569"/>
          <a:ext cx="508696" cy="5173351"/>
        </p:xfrm>
        <a:graphic>
          <a:graphicData uri="http://schemas.openxmlformats.org/drawingml/2006/table">
            <a:tbl>
              <a:tblPr>
                <a:tableStyleId>{5C22544A-7EE6-4342-B048-85BDC9FD1C3A}</a:tableStyleId>
              </a:tblPr>
              <a:tblGrid>
                <a:gridCol w="508696">
                  <a:extLst>
                    <a:ext uri="{9D8B030D-6E8A-4147-A177-3AD203B41FA5}">
                      <a16:colId xmlns:a16="http://schemas.microsoft.com/office/drawing/2014/main" val="2159034684"/>
                    </a:ext>
                  </a:extLst>
                </a:gridCol>
              </a:tblGrid>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6440700"/>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1285960"/>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7704163"/>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596392"/>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792907"/>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17509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172614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050030"/>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4535142"/>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156307"/>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186504"/>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49871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59498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70066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046048"/>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05847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968306"/>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0780604"/>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001101"/>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6104"/>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929110"/>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2155837"/>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845436"/>
                  </a:ext>
                </a:extLst>
              </a:tr>
            </a:tbl>
          </a:graphicData>
        </a:graphic>
      </p:graphicFrame>
      <p:sp>
        <p:nvSpPr>
          <p:cNvPr id="579" name="Pfeil: nach links und rechts 578">
            <a:extLst>
              <a:ext uri="{FF2B5EF4-FFF2-40B4-BE49-F238E27FC236}">
                <a16:creationId xmlns:a16="http://schemas.microsoft.com/office/drawing/2014/main" id="{32D980DB-C6A5-70FF-F8B6-1E5424AE6184}"/>
              </a:ext>
            </a:extLst>
          </p:cNvPr>
          <p:cNvSpPr/>
          <p:nvPr/>
        </p:nvSpPr>
        <p:spPr>
          <a:xfrm rot="16200000">
            <a:off x="-5657599" y="1885541"/>
            <a:ext cx="3920249" cy="406762"/>
          </a:xfrm>
          <a:prstGeom prst="leftRightArrow">
            <a:avLst>
              <a:gd name="adj1" fmla="val 100000"/>
              <a:gd name="adj2" fmla="val 44498"/>
            </a:avLst>
          </a:prstGeom>
          <a:gradFill flip="none" rotWithShape="1">
            <a:gsLst>
              <a:gs pos="0">
                <a:schemeClr val="bg1"/>
              </a:gs>
              <a:gs pos="24000">
                <a:srgbClr val="C7DDBA"/>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600" dirty="0"/>
          </a:p>
        </p:txBody>
      </p:sp>
      <p:graphicFrame>
        <p:nvGraphicFramePr>
          <p:cNvPr id="591" name="Tabelle 590">
            <a:extLst>
              <a:ext uri="{FF2B5EF4-FFF2-40B4-BE49-F238E27FC236}">
                <a16:creationId xmlns:a16="http://schemas.microsoft.com/office/drawing/2014/main" id="{969B1640-5C23-F4F9-0BAE-E6BBF78A83BB}"/>
              </a:ext>
            </a:extLst>
          </p:cNvPr>
          <p:cNvGraphicFramePr>
            <a:graphicFrameLocks noGrp="1"/>
          </p:cNvGraphicFramePr>
          <p:nvPr>
            <p:extLst>
              <p:ext uri="{D42A27DB-BD31-4B8C-83A1-F6EECF244321}">
                <p14:modId xmlns:p14="http://schemas.microsoft.com/office/powerpoint/2010/main" val="1817644891"/>
              </p:ext>
            </p:extLst>
          </p:nvPr>
        </p:nvGraphicFramePr>
        <p:xfrm>
          <a:off x="21580466" y="1082589"/>
          <a:ext cx="508696" cy="4292563"/>
        </p:xfrm>
        <a:graphic>
          <a:graphicData uri="http://schemas.openxmlformats.org/drawingml/2006/table">
            <a:tbl>
              <a:tblPr>
                <a:tableStyleId>{5C22544A-7EE6-4342-B048-85BDC9FD1C3A}</a:tableStyleId>
              </a:tblPr>
              <a:tblGrid>
                <a:gridCol w="508696">
                  <a:extLst>
                    <a:ext uri="{9D8B030D-6E8A-4147-A177-3AD203B41FA5}">
                      <a16:colId xmlns:a16="http://schemas.microsoft.com/office/drawing/2014/main" val="2159034684"/>
                    </a:ext>
                  </a:extLst>
                </a:gridCol>
              </a:tblGrid>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777792907"/>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51517509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68172614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92050030"/>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1304535142"/>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4271156307"/>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974186504"/>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693498711"/>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201459498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97470066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341046048"/>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346058479"/>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46968306"/>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1170780604"/>
                  </a:ext>
                </a:extLst>
              </a:tr>
              <a:tr h="220197">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1866001101"/>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13126104"/>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2752929110"/>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1182155837"/>
                  </a:ext>
                </a:extLst>
              </a:tr>
              <a:tr h="247402">
                <a:tc>
                  <a:txBody>
                    <a:bodyPr/>
                    <a:lstStyle/>
                    <a:p>
                      <a:pPr algn="ct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alpha val="50196"/>
                      </a:srgbClr>
                    </a:solidFill>
                  </a:tcPr>
                </a:tc>
                <a:extLst>
                  <a:ext uri="{0D108BD9-81ED-4DB2-BD59-A6C34878D82A}">
                    <a16:rowId xmlns:a16="http://schemas.microsoft.com/office/drawing/2014/main" val="3576845436"/>
                  </a:ext>
                </a:extLst>
              </a:tr>
            </a:tbl>
          </a:graphicData>
        </a:graphic>
      </p:graphicFrame>
      <p:pic>
        <p:nvPicPr>
          <p:cNvPr id="593" name="Picture 6">
            <a:extLst>
              <a:ext uri="{FF2B5EF4-FFF2-40B4-BE49-F238E27FC236}">
                <a16:creationId xmlns:a16="http://schemas.microsoft.com/office/drawing/2014/main" id="{C22E5DE2-3085-837E-6BE5-DD0DE39DB69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1650012" y="5407296"/>
            <a:ext cx="391551" cy="391551"/>
          </a:xfrm>
          <a:prstGeom prst="rect">
            <a:avLst/>
          </a:prstGeom>
        </p:spPr>
      </p:pic>
      <p:sp>
        <p:nvSpPr>
          <p:cNvPr id="595" name="Ellipse 594">
            <a:extLst>
              <a:ext uri="{FF2B5EF4-FFF2-40B4-BE49-F238E27FC236}">
                <a16:creationId xmlns:a16="http://schemas.microsoft.com/office/drawing/2014/main" id="{C0D4414F-78CE-74D2-C4EF-553DC4B9AA5A}"/>
              </a:ext>
            </a:extLst>
          </p:cNvPr>
          <p:cNvSpPr/>
          <p:nvPr/>
        </p:nvSpPr>
        <p:spPr>
          <a:xfrm>
            <a:off x="20261065" y="567733"/>
            <a:ext cx="517013" cy="517013"/>
          </a:xfrm>
          <a:prstGeom prst="ellipse">
            <a:avLst/>
          </a:prstGeom>
          <a:solidFill>
            <a:srgbClr val="C1C3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596" name="Picture 56">
            <a:extLst>
              <a:ext uri="{FF2B5EF4-FFF2-40B4-BE49-F238E27FC236}">
                <a16:creationId xmlns:a16="http://schemas.microsoft.com/office/drawing/2014/main" id="{49FEA068-A5D0-6190-A94A-5E247AA26AF1}"/>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18708" y="625276"/>
            <a:ext cx="385470" cy="385470"/>
          </a:xfrm>
          <a:prstGeom prst="rect">
            <a:avLst/>
          </a:prstGeom>
        </p:spPr>
      </p:pic>
      <p:sp>
        <p:nvSpPr>
          <p:cNvPr id="597" name="Pfeil: nach rechts 596">
            <a:extLst>
              <a:ext uri="{FF2B5EF4-FFF2-40B4-BE49-F238E27FC236}">
                <a16:creationId xmlns:a16="http://schemas.microsoft.com/office/drawing/2014/main" id="{358DB969-5558-352B-F92F-381D9ED46DC6}"/>
              </a:ext>
            </a:extLst>
          </p:cNvPr>
          <p:cNvSpPr/>
          <p:nvPr/>
        </p:nvSpPr>
        <p:spPr>
          <a:xfrm>
            <a:off x="23361196" y="4495249"/>
            <a:ext cx="324121" cy="1961238"/>
          </a:xfrm>
          <a:prstGeom prst="rightArrow">
            <a:avLst>
              <a:gd name="adj1" fmla="val 53222"/>
              <a:gd name="adj2" fmla="val 49248"/>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598" name="Ellipse 597">
            <a:extLst>
              <a:ext uri="{FF2B5EF4-FFF2-40B4-BE49-F238E27FC236}">
                <a16:creationId xmlns:a16="http://schemas.microsoft.com/office/drawing/2014/main" id="{7CB423B9-0C2C-C6F8-CCBD-1D63A5FA1E88}"/>
              </a:ext>
            </a:extLst>
          </p:cNvPr>
          <p:cNvSpPr/>
          <p:nvPr/>
        </p:nvSpPr>
        <p:spPr>
          <a:xfrm>
            <a:off x="-3928856" y="3727178"/>
            <a:ext cx="517013" cy="517013"/>
          </a:xfrm>
          <a:prstGeom prst="ellipse">
            <a:avLst/>
          </a:prstGeom>
          <a:solidFill>
            <a:srgbClr val="C7DDB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599" name="Picture 6">
            <a:extLst>
              <a:ext uri="{FF2B5EF4-FFF2-40B4-BE49-F238E27FC236}">
                <a16:creationId xmlns:a16="http://schemas.microsoft.com/office/drawing/2014/main" id="{B4AEFD5A-26CB-72D2-08A8-218EEC18359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885153" y="3759763"/>
            <a:ext cx="391551" cy="391551"/>
          </a:xfrm>
          <a:prstGeom prst="rect">
            <a:avLst/>
          </a:prstGeom>
        </p:spPr>
      </p:pic>
      <p:grpSp>
        <p:nvGrpSpPr>
          <p:cNvPr id="603" name="Gruppieren 602">
            <a:extLst>
              <a:ext uri="{FF2B5EF4-FFF2-40B4-BE49-F238E27FC236}">
                <a16:creationId xmlns:a16="http://schemas.microsoft.com/office/drawing/2014/main" id="{4A226AEB-56A0-7553-8D48-1A4D0F19BF4F}"/>
              </a:ext>
            </a:extLst>
          </p:cNvPr>
          <p:cNvGrpSpPr/>
          <p:nvPr/>
        </p:nvGrpSpPr>
        <p:grpSpPr>
          <a:xfrm>
            <a:off x="14008203" y="6128624"/>
            <a:ext cx="439691" cy="3336785"/>
            <a:chOff x="2612998" y="846817"/>
            <a:chExt cx="439691" cy="3336785"/>
          </a:xfrm>
        </p:grpSpPr>
        <p:grpSp>
          <p:nvGrpSpPr>
            <p:cNvPr id="207" name="Gruppieren 206">
              <a:extLst>
                <a:ext uri="{FF2B5EF4-FFF2-40B4-BE49-F238E27FC236}">
                  <a16:creationId xmlns:a16="http://schemas.microsoft.com/office/drawing/2014/main" id="{352AD091-B7F1-A389-2618-7E3CC02D14C6}"/>
                </a:ext>
              </a:extLst>
            </p:cNvPr>
            <p:cNvGrpSpPr/>
            <p:nvPr/>
          </p:nvGrpSpPr>
          <p:grpSpPr>
            <a:xfrm>
              <a:off x="2612998" y="846817"/>
              <a:ext cx="439691" cy="203204"/>
              <a:chOff x="7788091" y="2025316"/>
              <a:chExt cx="439691" cy="203204"/>
            </a:xfrm>
          </p:grpSpPr>
          <p:sp>
            <p:nvSpPr>
              <p:cNvPr id="152" name="Rechteck: abgerundete Ecken 151">
                <a:extLst>
                  <a:ext uri="{FF2B5EF4-FFF2-40B4-BE49-F238E27FC236}">
                    <a16:creationId xmlns:a16="http://schemas.microsoft.com/office/drawing/2014/main" id="{748CF9F2-2EA8-FF19-C9AE-813C1473C1BD}"/>
                  </a:ext>
                </a:extLst>
              </p:cNvPr>
              <p:cNvSpPr/>
              <p:nvPr/>
            </p:nvSpPr>
            <p:spPr>
              <a:xfrm>
                <a:off x="7788091" y="2025607"/>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69" name="Picture 6">
                <a:extLst>
                  <a:ext uri="{FF2B5EF4-FFF2-40B4-BE49-F238E27FC236}">
                    <a16:creationId xmlns:a16="http://schemas.microsoft.com/office/drawing/2014/main" id="{BD113111-ACA6-80AA-01A9-DCA462AF385E}"/>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2025316"/>
                <a:ext cx="179110" cy="179110"/>
              </a:xfrm>
              <a:prstGeom prst="rect">
                <a:avLst/>
              </a:prstGeom>
            </p:spPr>
          </p:pic>
        </p:grpSp>
        <p:grpSp>
          <p:nvGrpSpPr>
            <p:cNvPr id="206" name="Gruppieren 205">
              <a:extLst>
                <a:ext uri="{FF2B5EF4-FFF2-40B4-BE49-F238E27FC236}">
                  <a16:creationId xmlns:a16="http://schemas.microsoft.com/office/drawing/2014/main" id="{352FC15D-5A2E-09F6-F9B5-648B054FB3C4}"/>
                </a:ext>
              </a:extLst>
            </p:cNvPr>
            <p:cNvGrpSpPr/>
            <p:nvPr/>
          </p:nvGrpSpPr>
          <p:grpSpPr>
            <a:xfrm>
              <a:off x="2612998" y="1194993"/>
              <a:ext cx="439691" cy="203204"/>
              <a:chOff x="7788091" y="2373492"/>
              <a:chExt cx="439691" cy="203204"/>
            </a:xfrm>
          </p:grpSpPr>
          <p:sp>
            <p:nvSpPr>
              <p:cNvPr id="172" name="Rechteck: abgerundete Ecken 171">
                <a:extLst>
                  <a:ext uri="{FF2B5EF4-FFF2-40B4-BE49-F238E27FC236}">
                    <a16:creationId xmlns:a16="http://schemas.microsoft.com/office/drawing/2014/main" id="{FF6C9FFB-A290-A900-7FF0-F8AE23898D97}"/>
                  </a:ext>
                </a:extLst>
              </p:cNvPr>
              <p:cNvSpPr/>
              <p:nvPr/>
            </p:nvSpPr>
            <p:spPr>
              <a:xfrm>
                <a:off x="7788091" y="2373783"/>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3" name="Picture 6">
                <a:extLst>
                  <a:ext uri="{FF2B5EF4-FFF2-40B4-BE49-F238E27FC236}">
                    <a16:creationId xmlns:a16="http://schemas.microsoft.com/office/drawing/2014/main" id="{C7B07CF7-0076-A8B1-9D73-F82E038EA96A}"/>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2373492"/>
                <a:ext cx="179110" cy="179110"/>
              </a:xfrm>
              <a:prstGeom prst="rect">
                <a:avLst/>
              </a:prstGeom>
            </p:spPr>
          </p:pic>
        </p:grpSp>
        <p:grpSp>
          <p:nvGrpSpPr>
            <p:cNvPr id="204" name="Gruppieren 203">
              <a:extLst>
                <a:ext uri="{FF2B5EF4-FFF2-40B4-BE49-F238E27FC236}">
                  <a16:creationId xmlns:a16="http://schemas.microsoft.com/office/drawing/2014/main" id="{B1380ABD-6C10-581B-182C-DFE9790FA5FD}"/>
                </a:ext>
              </a:extLst>
            </p:cNvPr>
            <p:cNvGrpSpPr/>
            <p:nvPr/>
          </p:nvGrpSpPr>
          <p:grpSpPr>
            <a:xfrm>
              <a:off x="2612998" y="1891345"/>
              <a:ext cx="439691" cy="203204"/>
              <a:chOff x="7788091" y="3069844"/>
              <a:chExt cx="439691" cy="203204"/>
            </a:xfrm>
          </p:grpSpPr>
          <p:sp>
            <p:nvSpPr>
              <p:cNvPr id="178" name="Rechteck: abgerundete Ecken 177">
                <a:extLst>
                  <a:ext uri="{FF2B5EF4-FFF2-40B4-BE49-F238E27FC236}">
                    <a16:creationId xmlns:a16="http://schemas.microsoft.com/office/drawing/2014/main" id="{A0699B3C-9E6F-AFEE-B116-436E85C842B2}"/>
                  </a:ext>
                </a:extLst>
              </p:cNvPr>
              <p:cNvSpPr/>
              <p:nvPr/>
            </p:nvSpPr>
            <p:spPr>
              <a:xfrm>
                <a:off x="7788091" y="3070135"/>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79" name="Picture 6">
                <a:extLst>
                  <a:ext uri="{FF2B5EF4-FFF2-40B4-BE49-F238E27FC236}">
                    <a16:creationId xmlns:a16="http://schemas.microsoft.com/office/drawing/2014/main" id="{04CA6207-1238-03CB-5452-847CD9D4A3EE}"/>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3069844"/>
                <a:ext cx="179110" cy="179110"/>
              </a:xfrm>
              <a:prstGeom prst="rect">
                <a:avLst/>
              </a:prstGeom>
            </p:spPr>
          </p:pic>
        </p:grpSp>
        <p:grpSp>
          <p:nvGrpSpPr>
            <p:cNvPr id="203" name="Gruppieren 202">
              <a:extLst>
                <a:ext uri="{FF2B5EF4-FFF2-40B4-BE49-F238E27FC236}">
                  <a16:creationId xmlns:a16="http://schemas.microsoft.com/office/drawing/2014/main" id="{19BAECEF-7424-0AF3-1883-36E4D5D19FCD}"/>
                </a:ext>
              </a:extLst>
            </p:cNvPr>
            <p:cNvGrpSpPr/>
            <p:nvPr/>
          </p:nvGrpSpPr>
          <p:grpSpPr>
            <a:xfrm>
              <a:off x="2612998" y="2239521"/>
              <a:ext cx="439691" cy="203204"/>
              <a:chOff x="7788091" y="3418020"/>
              <a:chExt cx="439691" cy="203204"/>
            </a:xfrm>
          </p:grpSpPr>
          <p:sp>
            <p:nvSpPr>
              <p:cNvPr id="181" name="Rechteck: abgerundete Ecken 180">
                <a:extLst>
                  <a:ext uri="{FF2B5EF4-FFF2-40B4-BE49-F238E27FC236}">
                    <a16:creationId xmlns:a16="http://schemas.microsoft.com/office/drawing/2014/main" id="{49358E63-F67E-B3C4-93FA-1E0D5E3DCA64}"/>
                  </a:ext>
                </a:extLst>
              </p:cNvPr>
              <p:cNvSpPr/>
              <p:nvPr/>
            </p:nvSpPr>
            <p:spPr>
              <a:xfrm>
                <a:off x="7788091" y="3418311"/>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82" name="Picture 6">
                <a:extLst>
                  <a:ext uri="{FF2B5EF4-FFF2-40B4-BE49-F238E27FC236}">
                    <a16:creationId xmlns:a16="http://schemas.microsoft.com/office/drawing/2014/main" id="{18257F1F-450B-BAC8-0472-45E98811E09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3418020"/>
                <a:ext cx="179110" cy="179110"/>
              </a:xfrm>
              <a:prstGeom prst="rect">
                <a:avLst/>
              </a:prstGeom>
            </p:spPr>
          </p:pic>
        </p:grpSp>
        <p:grpSp>
          <p:nvGrpSpPr>
            <p:cNvPr id="202" name="Gruppieren 201">
              <a:extLst>
                <a:ext uri="{FF2B5EF4-FFF2-40B4-BE49-F238E27FC236}">
                  <a16:creationId xmlns:a16="http://schemas.microsoft.com/office/drawing/2014/main" id="{6CB08BBE-6459-CF9A-EAC3-1EDA3A09710A}"/>
                </a:ext>
              </a:extLst>
            </p:cNvPr>
            <p:cNvGrpSpPr/>
            <p:nvPr/>
          </p:nvGrpSpPr>
          <p:grpSpPr>
            <a:xfrm>
              <a:off x="2612998" y="2587697"/>
              <a:ext cx="439691" cy="203204"/>
              <a:chOff x="7788091" y="3766196"/>
              <a:chExt cx="439691" cy="203204"/>
            </a:xfrm>
          </p:grpSpPr>
          <p:sp>
            <p:nvSpPr>
              <p:cNvPr id="184" name="Rechteck: abgerundete Ecken 183">
                <a:extLst>
                  <a:ext uri="{FF2B5EF4-FFF2-40B4-BE49-F238E27FC236}">
                    <a16:creationId xmlns:a16="http://schemas.microsoft.com/office/drawing/2014/main" id="{C51A36E7-5967-97C6-7722-E246490A02B2}"/>
                  </a:ext>
                </a:extLst>
              </p:cNvPr>
              <p:cNvSpPr/>
              <p:nvPr/>
            </p:nvSpPr>
            <p:spPr>
              <a:xfrm>
                <a:off x="7788091" y="3766487"/>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85" name="Picture 6">
                <a:extLst>
                  <a:ext uri="{FF2B5EF4-FFF2-40B4-BE49-F238E27FC236}">
                    <a16:creationId xmlns:a16="http://schemas.microsoft.com/office/drawing/2014/main" id="{97C79B3B-BCF5-4E9F-C203-7E8497160D6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3766196"/>
                <a:ext cx="179110" cy="179110"/>
              </a:xfrm>
              <a:prstGeom prst="rect">
                <a:avLst/>
              </a:prstGeom>
            </p:spPr>
          </p:pic>
        </p:grpSp>
        <p:grpSp>
          <p:nvGrpSpPr>
            <p:cNvPr id="201" name="Gruppieren 200">
              <a:extLst>
                <a:ext uri="{FF2B5EF4-FFF2-40B4-BE49-F238E27FC236}">
                  <a16:creationId xmlns:a16="http://schemas.microsoft.com/office/drawing/2014/main" id="{BEE979B0-8F5F-E0F5-AB59-DAEC9201C107}"/>
                </a:ext>
              </a:extLst>
            </p:cNvPr>
            <p:cNvGrpSpPr/>
            <p:nvPr/>
          </p:nvGrpSpPr>
          <p:grpSpPr>
            <a:xfrm>
              <a:off x="2612998" y="2935873"/>
              <a:ext cx="439691" cy="203204"/>
              <a:chOff x="7788091" y="4114372"/>
              <a:chExt cx="439691" cy="203204"/>
            </a:xfrm>
          </p:grpSpPr>
          <p:sp>
            <p:nvSpPr>
              <p:cNvPr id="187" name="Rechteck: abgerundete Ecken 186">
                <a:extLst>
                  <a:ext uri="{FF2B5EF4-FFF2-40B4-BE49-F238E27FC236}">
                    <a16:creationId xmlns:a16="http://schemas.microsoft.com/office/drawing/2014/main" id="{2008AD32-DE50-F673-A2F2-AA91A65D2AE7}"/>
                  </a:ext>
                </a:extLst>
              </p:cNvPr>
              <p:cNvSpPr/>
              <p:nvPr/>
            </p:nvSpPr>
            <p:spPr>
              <a:xfrm>
                <a:off x="7788091" y="4114663"/>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88" name="Picture 6">
                <a:extLst>
                  <a:ext uri="{FF2B5EF4-FFF2-40B4-BE49-F238E27FC236}">
                    <a16:creationId xmlns:a16="http://schemas.microsoft.com/office/drawing/2014/main" id="{02E03615-9D11-A684-DFDF-708C855C6E6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4114372"/>
                <a:ext cx="179110" cy="179110"/>
              </a:xfrm>
              <a:prstGeom prst="rect">
                <a:avLst/>
              </a:prstGeom>
            </p:spPr>
          </p:pic>
        </p:grpSp>
        <p:grpSp>
          <p:nvGrpSpPr>
            <p:cNvPr id="200" name="Gruppieren 199">
              <a:extLst>
                <a:ext uri="{FF2B5EF4-FFF2-40B4-BE49-F238E27FC236}">
                  <a16:creationId xmlns:a16="http://schemas.microsoft.com/office/drawing/2014/main" id="{FBA94FDA-6F8C-4A0D-E929-C2897215A99A}"/>
                </a:ext>
              </a:extLst>
            </p:cNvPr>
            <p:cNvGrpSpPr/>
            <p:nvPr/>
          </p:nvGrpSpPr>
          <p:grpSpPr>
            <a:xfrm>
              <a:off x="2612998" y="3284049"/>
              <a:ext cx="439691" cy="203204"/>
              <a:chOff x="7788091" y="4462548"/>
              <a:chExt cx="439691" cy="203204"/>
            </a:xfrm>
          </p:grpSpPr>
          <p:sp>
            <p:nvSpPr>
              <p:cNvPr id="190" name="Rechteck: abgerundete Ecken 189">
                <a:extLst>
                  <a:ext uri="{FF2B5EF4-FFF2-40B4-BE49-F238E27FC236}">
                    <a16:creationId xmlns:a16="http://schemas.microsoft.com/office/drawing/2014/main" id="{3D761994-3994-7C69-714D-CD86ACBCCAA4}"/>
                  </a:ext>
                </a:extLst>
              </p:cNvPr>
              <p:cNvSpPr/>
              <p:nvPr/>
            </p:nvSpPr>
            <p:spPr>
              <a:xfrm>
                <a:off x="7788091" y="4462839"/>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91" name="Picture 6">
                <a:extLst>
                  <a:ext uri="{FF2B5EF4-FFF2-40B4-BE49-F238E27FC236}">
                    <a16:creationId xmlns:a16="http://schemas.microsoft.com/office/drawing/2014/main" id="{8AFB469E-6D1E-32C0-0CC7-562A672B470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4462548"/>
                <a:ext cx="179110" cy="179110"/>
              </a:xfrm>
              <a:prstGeom prst="rect">
                <a:avLst/>
              </a:prstGeom>
            </p:spPr>
          </p:pic>
        </p:grpSp>
        <p:grpSp>
          <p:nvGrpSpPr>
            <p:cNvPr id="199" name="Gruppieren 198">
              <a:extLst>
                <a:ext uri="{FF2B5EF4-FFF2-40B4-BE49-F238E27FC236}">
                  <a16:creationId xmlns:a16="http://schemas.microsoft.com/office/drawing/2014/main" id="{C1A17F57-5415-6590-1C47-21EC6305E6D6}"/>
                </a:ext>
              </a:extLst>
            </p:cNvPr>
            <p:cNvGrpSpPr/>
            <p:nvPr/>
          </p:nvGrpSpPr>
          <p:grpSpPr>
            <a:xfrm>
              <a:off x="2612998" y="3632225"/>
              <a:ext cx="439691" cy="203204"/>
              <a:chOff x="7788091" y="4810724"/>
              <a:chExt cx="439691" cy="203204"/>
            </a:xfrm>
          </p:grpSpPr>
          <p:sp>
            <p:nvSpPr>
              <p:cNvPr id="193" name="Rechteck: abgerundete Ecken 192">
                <a:extLst>
                  <a:ext uri="{FF2B5EF4-FFF2-40B4-BE49-F238E27FC236}">
                    <a16:creationId xmlns:a16="http://schemas.microsoft.com/office/drawing/2014/main" id="{AB841BCF-3510-0EF8-9E38-125E5AFBE52F}"/>
                  </a:ext>
                </a:extLst>
              </p:cNvPr>
              <p:cNvSpPr/>
              <p:nvPr/>
            </p:nvSpPr>
            <p:spPr>
              <a:xfrm>
                <a:off x="7788091" y="4811015"/>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94" name="Picture 6">
                <a:extLst>
                  <a:ext uri="{FF2B5EF4-FFF2-40B4-BE49-F238E27FC236}">
                    <a16:creationId xmlns:a16="http://schemas.microsoft.com/office/drawing/2014/main" id="{C13ECD28-8B66-4035-C0DB-3194198A3A4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4810724"/>
                <a:ext cx="179110" cy="179110"/>
              </a:xfrm>
              <a:prstGeom prst="rect">
                <a:avLst/>
              </a:prstGeom>
            </p:spPr>
          </p:pic>
        </p:grpSp>
        <p:grpSp>
          <p:nvGrpSpPr>
            <p:cNvPr id="198" name="Gruppieren 197">
              <a:extLst>
                <a:ext uri="{FF2B5EF4-FFF2-40B4-BE49-F238E27FC236}">
                  <a16:creationId xmlns:a16="http://schemas.microsoft.com/office/drawing/2014/main" id="{E6A1938C-049D-9AA6-B205-313AE00CF126}"/>
                </a:ext>
              </a:extLst>
            </p:cNvPr>
            <p:cNvGrpSpPr/>
            <p:nvPr/>
          </p:nvGrpSpPr>
          <p:grpSpPr>
            <a:xfrm>
              <a:off x="2612998" y="3980398"/>
              <a:ext cx="439691" cy="203204"/>
              <a:chOff x="7788091" y="5158897"/>
              <a:chExt cx="439691" cy="203204"/>
            </a:xfrm>
          </p:grpSpPr>
          <p:sp>
            <p:nvSpPr>
              <p:cNvPr id="196" name="Rechteck: abgerundete Ecken 195">
                <a:extLst>
                  <a:ext uri="{FF2B5EF4-FFF2-40B4-BE49-F238E27FC236}">
                    <a16:creationId xmlns:a16="http://schemas.microsoft.com/office/drawing/2014/main" id="{6AF594F7-0A4F-BCAF-F018-6D2DFF432621}"/>
                  </a:ext>
                </a:extLst>
              </p:cNvPr>
              <p:cNvSpPr/>
              <p:nvPr/>
            </p:nvSpPr>
            <p:spPr>
              <a:xfrm>
                <a:off x="7788091" y="5159188"/>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97" name="Picture 6">
                <a:extLst>
                  <a:ext uri="{FF2B5EF4-FFF2-40B4-BE49-F238E27FC236}">
                    <a16:creationId xmlns:a16="http://schemas.microsoft.com/office/drawing/2014/main" id="{44505896-6C1A-F7C0-A355-B6A07C49DA5F}"/>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5158897"/>
                <a:ext cx="179110" cy="179110"/>
              </a:xfrm>
              <a:prstGeom prst="rect">
                <a:avLst/>
              </a:prstGeom>
            </p:spPr>
          </p:pic>
        </p:grpSp>
        <p:grpSp>
          <p:nvGrpSpPr>
            <p:cNvPr id="600" name="Gruppieren 599">
              <a:extLst>
                <a:ext uri="{FF2B5EF4-FFF2-40B4-BE49-F238E27FC236}">
                  <a16:creationId xmlns:a16="http://schemas.microsoft.com/office/drawing/2014/main" id="{172DEE01-01B7-92B2-E959-4F441DB482AA}"/>
                </a:ext>
              </a:extLst>
            </p:cNvPr>
            <p:cNvGrpSpPr/>
            <p:nvPr/>
          </p:nvGrpSpPr>
          <p:grpSpPr>
            <a:xfrm>
              <a:off x="2612998" y="1543169"/>
              <a:ext cx="439691" cy="203204"/>
              <a:chOff x="7788091" y="2373492"/>
              <a:chExt cx="439691" cy="203204"/>
            </a:xfrm>
          </p:grpSpPr>
          <p:sp>
            <p:nvSpPr>
              <p:cNvPr id="601" name="Rechteck: abgerundete Ecken 600">
                <a:extLst>
                  <a:ext uri="{FF2B5EF4-FFF2-40B4-BE49-F238E27FC236}">
                    <a16:creationId xmlns:a16="http://schemas.microsoft.com/office/drawing/2014/main" id="{6489A902-D65D-049C-72C6-C8EB0393CE04}"/>
                  </a:ext>
                </a:extLst>
              </p:cNvPr>
              <p:cNvSpPr/>
              <p:nvPr/>
            </p:nvSpPr>
            <p:spPr>
              <a:xfrm>
                <a:off x="7788091" y="2373783"/>
                <a:ext cx="43969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602" name="Picture 6">
                <a:extLst>
                  <a:ext uri="{FF2B5EF4-FFF2-40B4-BE49-F238E27FC236}">
                    <a16:creationId xmlns:a16="http://schemas.microsoft.com/office/drawing/2014/main" id="{D77C58BF-AA2B-8DDC-51A1-27DB112FABE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008545" y="2373492"/>
                <a:ext cx="179110" cy="179110"/>
              </a:xfrm>
              <a:prstGeom prst="rect">
                <a:avLst/>
              </a:prstGeom>
            </p:spPr>
          </p:pic>
        </p:grpSp>
      </p:grpSp>
      <p:graphicFrame>
        <p:nvGraphicFramePr>
          <p:cNvPr id="154" name="Tabelle 153">
            <a:extLst>
              <a:ext uri="{FF2B5EF4-FFF2-40B4-BE49-F238E27FC236}">
                <a16:creationId xmlns:a16="http://schemas.microsoft.com/office/drawing/2014/main" id="{1485483F-C3FC-9503-7000-185D96A1DD38}"/>
              </a:ext>
            </a:extLst>
          </p:cNvPr>
          <p:cNvGraphicFramePr>
            <a:graphicFrameLocks noGrp="1"/>
          </p:cNvGraphicFramePr>
          <p:nvPr>
            <p:extLst>
              <p:ext uri="{D42A27DB-BD31-4B8C-83A1-F6EECF244321}">
                <p14:modId xmlns:p14="http://schemas.microsoft.com/office/powerpoint/2010/main" val="118811816"/>
              </p:ext>
            </p:extLst>
          </p:nvPr>
        </p:nvGraphicFramePr>
        <p:xfrm>
          <a:off x="14029300" y="6046631"/>
          <a:ext cx="187165" cy="3510410"/>
        </p:xfrm>
        <a:graphic>
          <a:graphicData uri="http://schemas.openxmlformats.org/drawingml/2006/table">
            <a:tbl>
              <a:tblPr>
                <a:tableStyleId>{5C22544A-7EE6-4342-B048-85BDC9FD1C3A}</a:tableStyleId>
              </a:tblPr>
              <a:tblGrid>
                <a:gridCol w="187165">
                  <a:extLst>
                    <a:ext uri="{9D8B030D-6E8A-4147-A177-3AD203B41FA5}">
                      <a16:colId xmlns:a16="http://schemas.microsoft.com/office/drawing/2014/main" val="311902534"/>
                    </a:ext>
                  </a:extLst>
                </a:gridCol>
              </a:tblGrid>
              <a:tr h="351041">
                <a:tc>
                  <a:txBody>
                    <a:bodyPr/>
                    <a:lstStyle/>
                    <a:p>
                      <a:pPr algn="r"/>
                      <a:r>
                        <a:rPr lang="de-DE" sz="1050" b="0" dirty="0"/>
                        <a:t>+7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1041">
                <a:tc>
                  <a:txBody>
                    <a:bodyPr/>
                    <a:lstStyle/>
                    <a:p>
                      <a:pPr algn="r"/>
                      <a:r>
                        <a:rPr lang="de-DE" sz="1050" b="0" dirty="0"/>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1041">
                <a:tc>
                  <a:txBody>
                    <a:bodyPr/>
                    <a:lstStyle/>
                    <a:p>
                      <a:pPr algn="r"/>
                      <a:r>
                        <a:rPr lang="de-DE" sz="1050" b="0" dirty="0"/>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1041">
                <a:tc>
                  <a:txBody>
                    <a:bodyPr/>
                    <a:lstStyle/>
                    <a:p>
                      <a:pPr algn="r"/>
                      <a:r>
                        <a:rPr lang="de-DE" sz="105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1041">
                <a:tc>
                  <a:txBody>
                    <a:bodyPr/>
                    <a:lstStyle/>
                    <a:p>
                      <a:pPr algn="r"/>
                      <a:r>
                        <a:rPr lang="de-DE" sz="105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1041">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1041">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1041">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1041">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1041">
                <a:tc>
                  <a:txBody>
                    <a:bodyPr/>
                    <a:lstStyle/>
                    <a:p>
                      <a:pPr algn="r"/>
                      <a:r>
                        <a:rPr lang="de-DE" sz="105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aphicFrame>
        <p:nvGraphicFramePr>
          <p:cNvPr id="636" name="Tabelle 635">
            <a:extLst>
              <a:ext uri="{FF2B5EF4-FFF2-40B4-BE49-F238E27FC236}">
                <a16:creationId xmlns:a16="http://schemas.microsoft.com/office/drawing/2014/main" id="{DF691308-1223-1544-B10F-267B6F6F03F6}"/>
              </a:ext>
            </a:extLst>
          </p:cNvPr>
          <p:cNvGraphicFramePr>
            <a:graphicFrameLocks noGrp="1"/>
          </p:cNvGraphicFramePr>
          <p:nvPr>
            <p:extLst>
              <p:ext uri="{D42A27DB-BD31-4B8C-83A1-F6EECF244321}">
                <p14:modId xmlns:p14="http://schemas.microsoft.com/office/powerpoint/2010/main" val="2290435893"/>
              </p:ext>
            </p:extLst>
          </p:nvPr>
        </p:nvGraphicFramePr>
        <p:xfrm>
          <a:off x="18270889" y="2796441"/>
          <a:ext cx="225354" cy="3859680"/>
        </p:xfrm>
        <a:graphic>
          <a:graphicData uri="http://schemas.openxmlformats.org/drawingml/2006/table">
            <a:tbl>
              <a:tblPr>
                <a:tableStyleId>{5C22544A-7EE6-4342-B048-85BDC9FD1C3A}</a:tableStyleId>
              </a:tblPr>
              <a:tblGrid>
                <a:gridCol w="225354">
                  <a:extLst>
                    <a:ext uri="{9D8B030D-6E8A-4147-A177-3AD203B41FA5}">
                      <a16:colId xmlns:a16="http://schemas.microsoft.com/office/drawing/2014/main" val="311902534"/>
                    </a:ext>
                  </a:extLst>
                </a:gridCol>
              </a:tblGrid>
              <a:tr h="350880">
                <a:tc>
                  <a:txBody>
                    <a:bodyPr/>
                    <a:lstStyle/>
                    <a:p>
                      <a:pPr algn="r"/>
                      <a:r>
                        <a:rPr lang="de-DE" sz="700" b="0"/>
                        <a:t>+20</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a:t>+18</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0880">
                <a:tc>
                  <a:txBody>
                    <a:bodyPr/>
                    <a:lstStyle/>
                    <a:p>
                      <a:pPr algn="r"/>
                      <a:r>
                        <a:rPr lang="de-DE" sz="700" b="0"/>
                        <a:t>+16</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a:t>+14</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a:t>+12</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0880">
                <a:tc>
                  <a:txBody>
                    <a:bodyPr/>
                    <a:lstStyle/>
                    <a:p>
                      <a:pPr algn="r"/>
                      <a:r>
                        <a:rPr lang="de-DE" sz="700" b="0"/>
                        <a:t>+10</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0880">
                <a:tc>
                  <a:txBody>
                    <a:bodyPr/>
                    <a:lstStyle/>
                    <a:p>
                      <a:pPr algn="r"/>
                      <a:r>
                        <a:rPr lang="de-DE" sz="700" b="0"/>
                        <a:t>+8</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0880">
                <a:tc>
                  <a:txBody>
                    <a:bodyPr/>
                    <a:lstStyle/>
                    <a:p>
                      <a:pPr algn="r"/>
                      <a:r>
                        <a:rPr lang="de-DE" sz="700" b="0"/>
                        <a:t>+6</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0880">
                <a:tc>
                  <a:txBody>
                    <a:bodyPr/>
                    <a:lstStyle/>
                    <a:p>
                      <a:pPr algn="r"/>
                      <a:r>
                        <a:rPr lang="de-DE" sz="700" b="0"/>
                        <a:t>+4</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0880">
                <a:tc>
                  <a:txBody>
                    <a:bodyPr/>
                    <a:lstStyle/>
                    <a:p>
                      <a:pPr algn="r"/>
                      <a:r>
                        <a:rPr lang="de-DE" sz="700" b="0"/>
                        <a:t>+2</a:t>
                      </a: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aphicFrame>
        <p:nvGraphicFramePr>
          <p:cNvPr id="397" name="Tabelle 396">
            <a:extLst>
              <a:ext uri="{FF2B5EF4-FFF2-40B4-BE49-F238E27FC236}">
                <a16:creationId xmlns:a16="http://schemas.microsoft.com/office/drawing/2014/main" id="{24046CF7-C66F-CDC3-3A9E-7DD1A64CF5BB}"/>
              </a:ext>
            </a:extLst>
          </p:cNvPr>
          <p:cNvGraphicFramePr>
            <a:graphicFrameLocks noGrp="1"/>
          </p:cNvGraphicFramePr>
          <p:nvPr>
            <p:extLst>
              <p:ext uri="{D42A27DB-BD31-4B8C-83A1-F6EECF244321}">
                <p14:modId xmlns:p14="http://schemas.microsoft.com/office/powerpoint/2010/main" val="4089467836"/>
              </p:ext>
            </p:extLst>
          </p:nvPr>
        </p:nvGraphicFramePr>
        <p:xfrm>
          <a:off x="18867980" y="2410127"/>
          <a:ext cx="225354" cy="3859680"/>
        </p:xfrm>
        <a:graphic>
          <a:graphicData uri="http://schemas.openxmlformats.org/drawingml/2006/table">
            <a:tbl>
              <a:tblPr>
                <a:tableStyleId>{5C22544A-7EE6-4342-B048-85BDC9FD1C3A}</a:tableStyleId>
              </a:tblPr>
              <a:tblGrid>
                <a:gridCol w="225354">
                  <a:extLst>
                    <a:ext uri="{9D8B030D-6E8A-4147-A177-3AD203B41FA5}">
                      <a16:colId xmlns:a16="http://schemas.microsoft.com/office/drawing/2014/main" val="311902534"/>
                    </a:ext>
                  </a:extLst>
                </a:gridCol>
              </a:tblGrid>
              <a:tr h="350880">
                <a:tc>
                  <a:txBody>
                    <a:bodyPr/>
                    <a:lstStyle/>
                    <a:p>
                      <a:pPr algn="r"/>
                      <a:r>
                        <a:rPr lang="de-DE" sz="70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0880">
                <a:tc>
                  <a:txBody>
                    <a:bodyPr/>
                    <a:lstStyle/>
                    <a:p>
                      <a:pPr algn="r"/>
                      <a:r>
                        <a:rPr lang="de-DE" sz="70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0880">
                <a:tc>
                  <a:txBody>
                    <a:bodyPr/>
                    <a:lstStyle/>
                    <a:p>
                      <a:pPr algn="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0880">
                <a:tc>
                  <a:txBody>
                    <a:bodyPr/>
                    <a:lstStyle/>
                    <a:p>
                      <a:pPr algn="r"/>
                      <a:r>
                        <a:rPr lang="de-DE" sz="70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0880">
                <a:tc>
                  <a:txBody>
                    <a:bodyPr/>
                    <a:lstStyle/>
                    <a:p>
                      <a:pPr algn="r"/>
                      <a:r>
                        <a:rPr lang="de-DE" sz="70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50880">
                <a:tc>
                  <a:txBody>
                    <a:bodyPr/>
                    <a:lstStyle/>
                    <a:p>
                      <a:pPr algn="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aphicFrame>
        <p:nvGraphicFramePr>
          <p:cNvPr id="728" name="Tabelle 727">
            <a:extLst>
              <a:ext uri="{FF2B5EF4-FFF2-40B4-BE49-F238E27FC236}">
                <a16:creationId xmlns:a16="http://schemas.microsoft.com/office/drawing/2014/main" id="{3C9A2514-50A3-13E3-BD4B-83E3F16D0D64}"/>
              </a:ext>
            </a:extLst>
          </p:cNvPr>
          <p:cNvGraphicFramePr>
            <a:graphicFrameLocks noGrp="1"/>
          </p:cNvGraphicFramePr>
          <p:nvPr>
            <p:extLst>
              <p:ext uri="{D42A27DB-BD31-4B8C-83A1-F6EECF244321}">
                <p14:modId xmlns:p14="http://schemas.microsoft.com/office/powerpoint/2010/main" val="4040090194"/>
              </p:ext>
            </p:extLst>
          </p:nvPr>
        </p:nvGraphicFramePr>
        <p:xfrm>
          <a:off x="19076010" y="2481599"/>
          <a:ext cx="225354" cy="3859680"/>
        </p:xfrm>
        <a:graphic>
          <a:graphicData uri="http://schemas.openxmlformats.org/drawingml/2006/table">
            <a:tbl>
              <a:tblPr>
                <a:tableStyleId>{5C22544A-7EE6-4342-B048-85BDC9FD1C3A}</a:tableStyleId>
              </a:tblPr>
              <a:tblGrid>
                <a:gridCol w="225354">
                  <a:extLst>
                    <a:ext uri="{9D8B030D-6E8A-4147-A177-3AD203B41FA5}">
                      <a16:colId xmlns:a16="http://schemas.microsoft.com/office/drawing/2014/main" val="311902534"/>
                    </a:ext>
                  </a:extLst>
                </a:gridCol>
              </a:tblGrid>
              <a:tr h="350880">
                <a:tc>
                  <a:txBody>
                    <a:bodyPr/>
                    <a:lstStyle/>
                    <a:p>
                      <a:pPr algn="r"/>
                      <a:r>
                        <a:rPr lang="de-DE" sz="70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0880">
                <a:tc>
                  <a:txBody>
                    <a:bodyPr/>
                    <a:lstStyle/>
                    <a:p>
                      <a:pPr algn="r"/>
                      <a:r>
                        <a:rPr lang="de-DE" sz="70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0880">
                <a:tc>
                  <a:txBody>
                    <a:bodyPr/>
                    <a:lstStyle/>
                    <a:p>
                      <a:pPr algn="r"/>
                      <a:r>
                        <a:rPr lang="de-DE" sz="70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0880">
                <a:tc>
                  <a:txBody>
                    <a:bodyPr/>
                    <a:lstStyle/>
                    <a:p>
                      <a:pPr algn="r"/>
                      <a:r>
                        <a:rPr lang="de-DE" sz="70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0880">
                <a:tc>
                  <a:txBody>
                    <a:bodyPr/>
                    <a:lstStyle/>
                    <a:p>
                      <a:pPr algn="r"/>
                      <a:r>
                        <a:rPr lang="de-DE" sz="70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50880">
                <a:tc>
                  <a:txBody>
                    <a:bodyPr/>
                    <a:lstStyle/>
                    <a:p>
                      <a:pPr algn="r"/>
                      <a:endParaRPr lang="de-DE" sz="70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aphicFrame>
        <p:nvGraphicFramePr>
          <p:cNvPr id="802" name="Tabelle 801">
            <a:extLst>
              <a:ext uri="{FF2B5EF4-FFF2-40B4-BE49-F238E27FC236}">
                <a16:creationId xmlns:a16="http://schemas.microsoft.com/office/drawing/2014/main" id="{ACB4A4F3-CDD6-B32A-5719-876183450CAC}"/>
              </a:ext>
            </a:extLst>
          </p:cNvPr>
          <p:cNvGraphicFramePr>
            <a:graphicFrameLocks noGrp="1"/>
          </p:cNvGraphicFramePr>
          <p:nvPr>
            <p:extLst>
              <p:ext uri="{D42A27DB-BD31-4B8C-83A1-F6EECF244321}">
                <p14:modId xmlns:p14="http://schemas.microsoft.com/office/powerpoint/2010/main" val="2173614652"/>
              </p:ext>
            </p:extLst>
          </p:nvPr>
        </p:nvGraphicFramePr>
        <p:xfrm>
          <a:off x="20442514" y="2859029"/>
          <a:ext cx="212094" cy="3859680"/>
        </p:xfrm>
        <a:graphic>
          <a:graphicData uri="http://schemas.openxmlformats.org/drawingml/2006/table">
            <a:tbl>
              <a:tblPr>
                <a:tableStyleId>{5C22544A-7EE6-4342-B048-85BDC9FD1C3A}</a:tableStyleId>
              </a:tblPr>
              <a:tblGrid>
                <a:gridCol w="212094">
                  <a:extLst>
                    <a:ext uri="{9D8B030D-6E8A-4147-A177-3AD203B41FA5}">
                      <a16:colId xmlns:a16="http://schemas.microsoft.com/office/drawing/2014/main" val="311902534"/>
                    </a:ext>
                  </a:extLst>
                </a:gridCol>
              </a:tblGrid>
              <a:tr h="350880">
                <a:tc>
                  <a:txBody>
                    <a:bodyPr/>
                    <a:lstStyle/>
                    <a:p>
                      <a:pPr algn="r"/>
                      <a:r>
                        <a:rPr lang="de-DE" sz="700" b="0" dirty="0">
                          <a:solidFill>
                            <a:srgbClr val="C00000"/>
                          </a:solidFill>
                        </a:rPr>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solidFill>
                            <a:srgbClr val="C00000"/>
                          </a:solidFill>
                        </a:rPr>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0880">
                <a:tc>
                  <a:txBody>
                    <a:bodyPr/>
                    <a:lstStyle/>
                    <a:p>
                      <a:pPr algn="r"/>
                      <a:r>
                        <a:rPr lang="de-DE" sz="700" b="0" dirty="0">
                          <a:solidFill>
                            <a:srgbClr val="C00000"/>
                          </a:solidFill>
                        </a:rPr>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solidFill>
                            <a:srgbClr val="C00000"/>
                          </a:solidFill>
                        </a:rPr>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solidFill>
                            <a:srgbClr val="C00000"/>
                          </a:solidFill>
                        </a:rPr>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0880">
                <a:tc>
                  <a:txBody>
                    <a:bodyPr/>
                    <a:lstStyle/>
                    <a:p>
                      <a:pPr algn="r"/>
                      <a:r>
                        <a:rPr lang="de-DE" sz="700" b="0" dirty="0">
                          <a:solidFill>
                            <a:srgbClr val="C00000"/>
                          </a:solidFill>
                        </a:rPr>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0880">
                <a:tc>
                  <a:txBody>
                    <a:bodyPr/>
                    <a:lstStyle/>
                    <a:p>
                      <a:pPr algn="r"/>
                      <a:r>
                        <a:rPr lang="de-DE" sz="700" b="0" dirty="0">
                          <a:solidFill>
                            <a:srgbClr val="C00000"/>
                          </a:solidFill>
                        </a:rPr>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0880">
                <a:tc>
                  <a:txBody>
                    <a:bodyPr/>
                    <a:lstStyle/>
                    <a:p>
                      <a:pPr algn="r"/>
                      <a:r>
                        <a:rPr lang="de-DE" sz="700" b="0" dirty="0">
                          <a:solidFill>
                            <a:srgbClr val="C00000"/>
                          </a:solidFill>
                        </a:rPr>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0880">
                <a:tc>
                  <a:txBody>
                    <a:bodyPr/>
                    <a:lstStyle/>
                    <a:p>
                      <a:pPr algn="r"/>
                      <a:r>
                        <a:rPr lang="de-DE" sz="700" b="0" dirty="0">
                          <a:solidFill>
                            <a:srgbClr val="C00000"/>
                          </a:solidFill>
                        </a:rPr>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solidFill>
                            <a:srgbClr val="C00000"/>
                          </a:solidFill>
                        </a:rPr>
                        <a:t>−5</a:t>
                      </a:r>
                      <a:endParaRPr lang="de-DE" sz="600" b="0" dirty="0">
                        <a:solidFill>
                          <a:srgbClr val="C00000"/>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50880">
                <a:tc>
                  <a:txBody>
                    <a:bodyPr/>
                    <a:lstStyle/>
                    <a:p>
                      <a:pPr algn="r"/>
                      <a:r>
                        <a:rPr lang="de-DE" sz="700" b="0" dirty="0">
                          <a:solidFill>
                            <a:srgbClr val="C00000"/>
                          </a:solidFill>
                        </a:rPr>
                        <a:t>−6</a:t>
                      </a:r>
                      <a:endParaRPr lang="de-DE" sz="600" b="0" dirty="0">
                        <a:solidFill>
                          <a:srgbClr val="C00000"/>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pSp>
        <p:nvGrpSpPr>
          <p:cNvPr id="889" name="Gruppieren 888">
            <a:extLst>
              <a:ext uri="{FF2B5EF4-FFF2-40B4-BE49-F238E27FC236}">
                <a16:creationId xmlns:a16="http://schemas.microsoft.com/office/drawing/2014/main" id="{E6C78FDB-9667-4623-9A12-EC4DD0308EA7}"/>
              </a:ext>
            </a:extLst>
          </p:cNvPr>
          <p:cNvGrpSpPr/>
          <p:nvPr/>
        </p:nvGrpSpPr>
        <p:grpSpPr>
          <a:xfrm>
            <a:off x="-5401246" y="0"/>
            <a:ext cx="297484" cy="3999037"/>
            <a:chOff x="1721597" y="6336017"/>
            <a:chExt cx="297484" cy="3999037"/>
          </a:xfrm>
        </p:grpSpPr>
        <p:grpSp>
          <p:nvGrpSpPr>
            <p:cNvPr id="890" name="Gruppieren 889">
              <a:extLst>
                <a:ext uri="{FF2B5EF4-FFF2-40B4-BE49-F238E27FC236}">
                  <a16:creationId xmlns:a16="http://schemas.microsoft.com/office/drawing/2014/main" id="{522C40C0-7256-29F9-2721-9A3664B94550}"/>
                </a:ext>
              </a:extLst>
            </p:cNvPr>
            <p:cNvGrpSpPr/>
            <p:nvPr/>
          </p:nvGrpSpPr>
          <p:grpSpPr>
            <a:xfrm>
              <a:off x="1721597" y="10196616"/>
              <a:ext cx="297484" cy="138438"/>
              <a:chOff x="1745981" y="10227096"/>
              <a:chExt cx="297484" cy="138438"/>
            </a:xfrm>
          </p:grpSpPr>
          <p:sp>
            <p:nvSpPr>
              <p:cNvPr id="924" name="Rechteck: abgerundete Ecken 923">
                <a:extLst>
                  <a:ext uri="{FF2B5EF4-FFF2-40B4-BE49-F238E27FC236}">
                    <a16:creationId xmlns:a16="http://schemas.microsoft.com/office/drawing/2014/main" id="{02743440-F13E-91FC-73AB-C822B0744E6D}"/>
                  </a:ext>
                </a:extLst>
              </p:cNvPr>
              <p:cNvSpPr/>
              <p:nvPr/>
            </p:nvSpPr>
            <p:spPr>
              <a:xfrm>
                <a:off x="1745981" y="10228248"/>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25" name="Picture 6">
                <a:extLst>
                  <a:ext uri="{FF2B5EF4-FFF2-40B4-BE49-F238E27FC236}">
                    <a16:creationId xmlns:a16="http://schemas.microsoft.com/office/drawing/2014/main" id="{87D126F3-F657-DC4F-66AE-8A87F7E2F9C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9318" y="10227096"/>
                <a:ext cx="123912" cy="123912"/>
              </a:xfrm>
              <a:prstGeom prst="rect">
                <a:avLst/>
              </a:prstGeom>
            </p:spPr>
          </p:pic>
        </p:grpSp>
        <p:grpSp>
          <p:nvGrpSpPr>
            <p:cNvPr id="891" name="Gruppieren 890">
              <a:extLst>
                <a:ext uri="{FF2B5EF4-FFF2-40B4-BE49-F238E27FC236}">
                  <a16:creationId xmlns:a16="http://schemas.microsoft.com/office/drawing/2014/main" id="{C0AC90B9-8842-D16C-59DB-9751B034F2DC}"/>
                </a:ext>
              </a:extLst>
            </p:cNvPr>
            <p:cNvGrpSpPr/>
            <p:nvPr/>
          </p:nvGrpSpPr>
          <p:grpSpPr>
            <a:xfrm>
              <a:off x="1721597" y="6336017"/>
              <a:ext cx="297484" cy="137286"/>
              <a:chOff x="1745981" y="6366497"/>
              <a:chExt cx="297484" cy="137286"/>
            </a:xfrm>
          </p:grpSpPr>
          <p:sp>
            <p:nvSpPr>
              <p:cNvPr id="922" name="Rechteck: abgerundete Ecken 921">
                <a:extLst>
                  <a:ext uri="{FF2B5EF4-FFF2-40B4-BE49-F238E27FC236}">
                    <a16:creationId xmlns:a16="http://schemas.microsoft.com/office/drawing/2014/main" id="{008C0154-F44D-B478-3C9B-2D3A27F528BF}"/>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23" name="Picture 6">
                <a:extLst>
                  <a:ext uri="{FF2B5EF4-FFF2-40B4-BE49-F238E27FC236}">
                    <a16:creationId xmlns:a16="http://schemas.microsoft.com/office/drawing/2014/main" id="{255B33D1-9B71-762C-C37E-211E02CA824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2" name="Gruppieren 891">
              <a:extLst>
                <a:ext uri="{FF2B5EF4-FFF2-40B4-BE49-F238E27FC236}">
                  <a16:creationId xmlns:a16="http://schemas.microsoft.com/office/drawing/2014/main" id="{DA84FF10-8486-4939-0262-6506F0CC4F84}"/>
                </a:ext>
              </a:extLst>
            </p:cNvPr>
            <p:cNvGrpSpPr/>
            <p:nvPr/>
          </p:nvGrpSpPr>
          <p:grpSpPr>
            <a:xfrm>
              <a:off x="1721597" y="6686981"/>
              <a:ext cx="297484" cy="137286"/>
              <a:chOff x="1745981" y="6366497"/>
              <a:chExt cx="297484" cy="137286"/>
            </a:xfrm>
          </p:grpSpPr>
          <p:sp>
            <p:nvSpPr>
              <p:cNvPr id="920" name="Rechteck: abgerundete Ecken 919">
                <a:extLst>
                  <a:ext uri="{FF2B5EF4-FFF2-40B4-BE49-F238E27FC236}">
                    <a16:creationId xmlns:a16="http://schemas.microsoft.com/office/drawing/2014/main" id="{F2585241-3E29-EDC9-E4E4-53FD167A0DDA}"/>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21" name="Picture 6">
                <a:extLst>
                  <a:ext uri="{FF2B5EF4-FFF2-40B4-BE49-F238E27FC236}">
                    <a16:creationId xmlns:a16="http://schemas.microsoft.com/office/drawing/2014/main" id="{B7F681A2-8BAA-2972-B607-8FB21B2CF61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3" name="Gruppieren 892">
              <a:extLst>
                <a:ext uri="{FF2B5EF4-FFF2-40B4-BE49-F238E27FC236}">
                  <a16:creationId xmlns:a16="http://schemas.microsoft.com/office/drawing/2014/main" id="{65CE694E-3093-EEA4-3BEE-B949C42DDF86}"/>
                </a:ext>
              </a:extLst>
            </p:cNvPr>
            <p:cNvGrpSpPr/>
            <p:nvPr/>
          </p:nvGrpSpPr>
          <p:grpSpPr>
            <a:xfrm>
              <a:off x="1721597" y="7037945"/>
              <a:ext cx="297484" cy="137286"/>
              <a:chOff x="1745981" y="6366497"/>
              <a:chExt cx="297484" cy="137286"/>
            </a:xfrm>
          </p:grpSpPr>
          <p:sp>
            <p:nvSpPr>
              <p:cNvPr id="918" name="Rechteck: abgerundete Ecken 917">
                <a:extLst>
                  <a:ext uri="{FF2B5EF4-FFF2-40B4-BE49-F238E27FC236}">
                    <a16:creationId xmlns:a16="http://schemas.microsoft.com/office/drawing/2014/main" id="{73D5585C-66D8-15FA-8898-8C6EFB614622}"/>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19" name="Picture 6">
                <a:extLst>
                  <a:ext uri="{FF2B5EF4-FFF2-40B4-BE49-F238E27FC236}">
                    <a16:creationId xmlns:a16="http://schemas.microsoft.com/office/drawing/2014/main" id="{F09D395A-6B72-212E-94F0-22AB171ED23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4" name="Gruppieren 893">
              <a:extLst>
                <a:ext uri="{FF2B5EF4-FFF2-40B4-BE49-F238E27FC236}">
                  <a16:creationId xmlns:a16="http://schemas.microsoft.com/office/drawing/2014/main" id="{CBA227B4-9A89-0B05-F6D3-178F4808C6BE}"/>
                </a:ext>
              </a:extLst>
            </p:cNvPr>
            <p:cNvGrpSpPr/>
            <p:nvPr/>
          </p:nvGrpSpPr>
          <p:grpSpPr>
            <a:xfrm>
              <a:off x="1721597" y="7388909"/>
              <a:ext cx="297484" cy="137286"/>
              <a:chOff x="1745981" y="6366497"/>
              <a:chExt cx="297484" cy="137286"/>
            </a:xfrm>
          </p:grpSpPr>
          <p:sp>
            <p:nvSpPr>
              <p:cNvPr id="916" name="Rechteck: abgerundete Ecken 915">
                <a:extLst>
                  <a:ext uri="{FF2B5EF4-FFF2-40B4-BE49-F238E27FC236}">
                    <a16:creationId xmlns:a16="http://schemas.microsoft.com/office/drawing/2014/main" id="{044E3FA4-7955-BAD9-35A6-72B02F191A8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17" name="Picture 6">
                <a:extLst>
                  <a:ext uri="{FF2B5EF4-FFF2-40B4-BE49-F238E27FC236}">
                    <a16:creationId xmlns:a16="http://schemas.microsoft.com/office/drawing/2014/main" id="{83527983-70CC-97C8-A5BE-F32D4FD97D1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5" name="Gruppieren 894">
              <a:extLst>
                <a:ext uri="{FF2B5EF4-FFF2-40B4-BE49-F238E27FC236}">
                  <a16:creationId xmlns:a16="http://schemas.microsoft.com/office/drawing/2014/main" id="{40727AF6-DD25-688F-95E4-C69E0EBB193E}"/>
                </a:ext>
              </a:extLst>
            </p:cNvPr>
            <p:cNvGrpSpPr/>
            <p:nvPr/>
          </p:nvGrpSpPr>
          <p:grpSpPr>
            <a:xfrm>
              <a:off x="1721597" y="7739873"/>
              <a:ext cx="297484" cy="137286"/>
              <a:chOff x="1745981" y="6366497"/>
              <a:chExt cx="297484" cy="137286"/>
            </a:xfrm>
          </p:grpSpPr>
          <p:sp>
            <p:nvSpPr>
              <p:cNvPr id="914" name="Rechteck: abgerundete Ecken 913">
                <a:extLst>
                  <a:ext uri="{FF2B5EF4-FFF2-40B4-BE49-F238E27FC236}">
                    <a16:creationId xmlns:a16="http://schemas.microsoft.com/office/drawing/2014/main" id="{DFC882E3-2EF6-1997-CC4F-D7174D8F8DF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15" name="Picture 6">
                <a:extLst>
                  <a:ext uri="{FF2B5EF4-FFF2-40B4-BE49-F238E27FC236}">
                    <a16:creationId xmlns:a16="http://schemas.microsoft.com/office/drawing/2014/main" id="{C9B209BC-07D9-AC09-5BAF-ACEB1CACA0A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6" name="Gruppieren 895">
              <a:extLst>
                <a:ext uri="{FF2B5EF4-FFF2-40B4-BE49-F238E27FC236}">
                  <a16:creationId xmlns:a16="http://schemas.microsoft.com/office/drawing/2014/main" id="{D9879C33-6BA2-023A-1326-AD471E3969D1}"/>
                </a:ext>
              </a:extLst>
            </p:cNvPr>
            <p:cNvGrpSpPr/>
            <p:nvPr/>
          </p:nvGrpSpPr>
          <p:grpSpPr>
            <a:xfrm>
              <a:off x="1721597" y="8090837"/>
              <a:ext cx="297484" cy="137286"/>
              <a:chOff x="1745981" y="6366497"/>
              <a:chExt cx="297484" cy="137286"/>
            </a:xfrm>
          </p:grpSpPr>
          <p:sp>
            <p:nvSpPr>
              <p:cNvPr id="912" name="Rechteck: abgerundete Ecken 911">
                <a:extLst>
                  <a:ext uri="{FF2B5EF4-FFF2-40B4-BE49-F238E27FC236}">
                    <a16:creationId xmlns:a16="http://schemas.microsoft.com/office/drawing/2014/main" id="{4AF5B69E-818D-06A5-6A65-4D46C7B9EF11}"/>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13" name="Picture 6">
                <a:extLst>
                  <a:ext uri="{FF2B5EF4-FFF2-40B4-BE49-F238E27FC236}">
                    <a16:creationId xmlns:a16="http://schemas.microsoft.com/office/drawing/2014/main" id="{74EBD290-11B1-5063-37DD-7EC3B53BE22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7" name="Gruppieren 896">
              <a:extLst>
                <a:ext uri="{FF2B5EF4-FFF2-40B4-BE49-F238E27FC236}">
                  <a16:creationId xmlns:a16="http://schemas.microsoft.com/office/drawing/2014/main" id="{31CDDA81-6C84-6D8F-C0C5-B64B6C54AC9D}"/>
                </a:ext>
              </a:extLst>
            </p:cNvPr>
            <p:cNvGrpSpPr/>
            <p:nvPr/>
          </p:nvGrpSpPr>
          <p:grpSpPr>
            <a:xfrm>
              <a:off x="1721597" y="8441801"/>
              <a:ext cx="297484" cy="137286"/>
              <a:chOff x="1745981" y="6366497"/>
              <a:chExt cx="297484" cy="137286"/>
            </a:xfrm>
          </p:grpSpPr>
          <p:sp>
            <p:nvSpPr>
              <p:cNvPr id="910" name="Rechteck: abgerundete Ecken 909">
                <a:extLst>
                  <a:ext uri="{FF2B5EF4-FFF2-40B4-BE49-F238E27FC236}">
                    <a16:creationId xmlns:a16="http://schemas.microsoft.com/office/drawing/2014/main" id="{8E2CF4A3-7E0A-E5AB-7B4B-0A3B1CB18FB0}"/>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11" name="Picture 6">
                <a:extLst>
                  <a:ext uri="{FF2B5EF4-FFF2-40B4-BE49-F238E27FC236}">
                    <a16:creationId xmlns:a16="http://schemas.microsoft.com/office/drawing/2014/main" id="{AC004138-63F4-8B57-6767-32B568EEFD1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8" name="Gruppieren 897">
              <a:extLst>
                <a:ext uri="{FF2B5EF4-FFF2-40B4-BE49-F238E27FC236}">
                  <a16:creationId xmlns:a16="http://schemas.microsoft.com/office/drawing/2014/main" id="{2A1DB032-9536-6389-BE94-81EE928FA016}"/>
                </a:ext>
              </a:extLst>
            </p:cNvPr>
            <p:cNvGrpSpPr/>
            <p:nvPr/>
          </p:nvGrpSpPr>
          <p:grpSpPr>
            <a:xfrm>
              <a:off x="1721597" y="8792765"/>
              <a:ext cx="297484" cy="137286"/>
              <a:chOff x="1745981" y="6366497"/>
              <a:chExt cx="297484" cy="137286"/>
            </a:xfrm>
          </p:grpSpPr>
          <p:sp>
            <p:nvSpPr>
              <p:cNvPr id="908" name="Rechteck: abgerundete Ecken 907">
                <a:extLst>
                  <a:ext uri="{FF2B5EF4-FFF2-40B4-BE49-F238E27FC236}">
                    <a16:creationId xmlns:a16="http://schemas.microsoft.com/office/drawing/2014/main" id="{9586FA05-90B8-9DE6-570C-37F09EF8505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09" name="Picture 6">
                <a:extLst>
                  <a:ext uri="{FF2B5EF4-FFF2-40B4-BE49-F238E27FC236}">
                    <a16:creationId xmlns:a16="http://schemas.microsoft.com/office/drawing/2014/main" id="{E4E3254A-10FD-3068-6C26-3FC59E05A4C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899" name="Gruppieren 898">
              <a:extLst>
                <a:ext uri="{FF2B5EF4-FFF2-40B4-BE49-F238E27FC236}">
                  <a16:creationId xmlns:a16="http://schemas.microsoft.com/office/drawing/2014/main" id="{ECB91D6E-C0E8-CD7A-17A0-F5B99E6291FD}"/>
                </a:ext>
              </a:extLst>
            </p:cNvPr>
            <p:cNvGrpSpPr/>
            <p:nvPr/>
          </p:nvGrpSpPr>
          <p:grpSpPr>
            <a:xfrm>
              <a:off x="1721597" y="9143729"/>
              <a:ext cx="297484" cy="137286"/>
              <a:chOff x="1745981" y="6366497"/>
              <a:chExt cx="297484" cy="137286"/>
            </a:xfrm>
          </p:grpSpPr>
          <p:sp>
            <p:nvSpPr>
              <p:cNvPr id="906" name="Rechteck: abgerundete Ecken 905">
                <a:extLst>
                  <a:ext uri="{FF2B5EF4-FFF2-40B4-BE49-F238E27FC236}">
                    <a16:creationId xmlns:a16="http://schemas.microsoft.com/office/drawing/2014/main" id="{F645E2F6-0FE6-ED8C-3D66-ACCAB978F44B}"/>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07" name="Picture 6">
                <a:extLst>
                  <a:ext uri="{FF2B5EF4-FFF2-40B4-BE49-F238E27FC236}">
                    <a16:creationId xmlns:a16="http://schemas.microsoft.com/office/drawing/2014/main" id="{7A1A59A6-DAA7-5B85-5CA8-624D5F27F5A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900" name="Gruppieren 899">
              <a:extLst>
                <a:ext uri="{FF2B5EF4-FFF2-40B4-BE49-F238E27FC236}">
                  <a16:creationId xmlns:a16="http://schemas.microsoft.com/office/drawing/2014/main" id="{D47D415D-83AB-E975-134A-A7EDD2FAF931}"/>
                </a:ext>
              </a:extLst>
            </p:cNvPr>
            <p:cNvGrpSpPr/>
            <p:nvPr/>
          </p:nvGrpSpPr>
          <p:grpSpPr>
            <a:xfrm>
              <a:off x="1721597" y="9494693"/>
              <a:ext cx="297484" cy="137286"/>
              <a:chOff x="1745981" y="6366497"/>
              <a:chExt cx="297484" cy="137286"/>
            </a:xfrm>
          </p:grpSpPr>
          <p:sp>
            <p:nvSpPr>
              <p:cNvPr id="904" name="Rechteck: abgerundete Ecken 903">
                <a:extLst>
                  <a:ext uri="{FF2B5EF4-FFF2-40B4-BE49-F238E27FC236}">
                    <a16:creationId xmlns:a16="http://schemas.microsoft.com/office/drawing/2014/main" id="{3FA138D7-C0C0-A26E-51E4-DCED91C60E41}"/>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05" name="Picture 6">
                <a:extLst>
                  <a:ext uri="{FF2B5EF4-FFF2-40B4-BE49-F238E27FC236}">
                    <a16:creationId xmlns:a16="http://schemas.microsoft.com/office/drawing/2014/main" id="{0C3B9191-8993-DB4C-D46E-EBBF9957838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901" name="Gruppieren 900">
              <a:extLst>
                <a:ext uri="{FF2B5EF4-FFF2-40B4-BE49-F238E27FC236}">
                  <a16:creationId xmlns:a16="http://schemas.microsoft.com/office/drawing/2014/main" id="{1C1B4DC7-14D4-AB0A-3C89-0EABE0D45223}"/>
                </a:ext>
              </a:extLst>
            </p:cNvPr>
            <p:cNvGrpSpPr/>
            <p:nvPr/>
          </p:nvGrpSpPr>
          <p:grpSpPr>
            <a:xfrm>
              <a:off x="1721597" y="9845657"/>
              <a:ext cx="297484" cy="137286"/>
              <a:chOff x="1745981" y="6366497"/>
              <a:chExt cx="297484" cy="137286"/>
            </a:xfrm>
          </p:grpSpPr>
          <p:sp>
            <p:nvSpPr>
              <p:cNvPr id="902" name="Rechteck: abgerundete Ecken 901">
                <a:extLst>
                  <a:ext uri="{FF2B5EF4-FFF2-40B4-BE49-F238E27FC236}">
                    <a16:creationId xmlns:a16="http://schemas.microsoft.com/office/drawing/2014/main" id="{EDA11B10-9F05-AFA0-1DBD-B1276F2E3C2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03" name="Picture 6">
                <a:extLst>
                  <a:ext uri="{FF2B5EF4-FFF2-40B4-BE49-F238E27FC236}">
                    <a16:creationId xmlns:a16="http://schemas.microsoft.com/office/drawing/2014/main" id="{5D1BD712-5789-5427-D3C6-5313B6FA89F2}"/>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grpSp>
        <p:nvGrpSpPr>
          <p:cNvPr id="1128" name="Gruppieren 1127">
            <a:extLst>
              <a:ext uri="{FF2B5EF4-FFF2-40B4-BE49-F238E27FC236}">
                <a16:creationId xmlns:a16="http://schemas.microsoft.com/office/drawing/2014/main" id="{D357E87A-5C08-43F3-3521-F575F35EDA35}"/>
              </a:ext>
            </a:extLst>
          </p:cNvPr>
          <p:cNvGrpSpPr/>
          <p:nvPr/>
        </p:nvGrpSpPr>
        <p:grpSpPr>
          <a:xfrm>
            <a:off x="-4292139" y="4869639"/>
            <a:ext cx="325528" cy="5048382"/>
            <a:chOff x="8879485" y="4491859"/>
            <a:chExt cx="325528" cy="5048382"/>
          </a:xfrm>
        </p:grpSpPr>
        <p:grpSp>
          <p:nvGrpSpPr>
            <p:cNvPr id="988" name="Gruppieren 987">
              <a:extLst>
                <a:ext uri="{FF2B5EF4-FFF2-40B4-BE49-F238E27FC236}">
                  <a16:creationId xmlns:a16="http://schemas.microsoft.com/office/drawing/2014/main" id="{03ED4579-F1A5-4161-2FF0-5523E50699D4}"/>
                </a:ext>
              </a:extLst>
            </p:cNvPr>
            <p:cNvGrpSpPr/>
            <p:nvPr/>
          </p:nvGrpSpPr>
          <p:grpSpPr>
            <a:xfrm>
              <a:off x="8879485" y="6718289"/>
              <a:ext cx="325528" cy="150228"/>
              <a:chOff x="1759989" y="1957458"/>
              <a:chExt cx="487369" cy="202912"/>
            </a:xfrm>
          </p:grpSpPr>
          <p:sp>
            <p:nvSpPr>
              <p:cNvPr id="1016" name="Rechteck: abgerundete Ecken 1015">
                <a:extLst>
                  <a:ext uri="{FF2B5EF4-FFF2-40B4-BE49-F238E27FC236}">
                    <a16:creationId xmlns:a16="http://schemas.microsoft.com/office/drawing/2014/main" id="{0828D7F5-5101-B587-21C7-25001F72E3E8}"/>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17" name="Picture 56">
                <a:extLst>
                  <a:ext uri="{FF2B5EF4-FFF2-40B4-BE49-F238E27FC236}">
                    <a16:creationId xmlns:a16="http://schemas.microsoft.com/office/drawing/2014/main" id="{0553C9BB-8CF7-C903-E28B-EF33A672761B}"/>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89" name="Gruppieren 988">
              <a:extLst>
                <a:ext uri="{FF2B5EF4-FFF2-40B4-BE49-F238E27FC236}">
                  <a16:creationId xmlns:a16="http://schemas.microsoft.com/office/drawing/2014/main" id="{D052F941-BE2C-E529-BC16-1C4245CE4685}"/>
                </a:ext>
              </a:extLst>
            </p:cNvPr>
            <p:cNvGrpSpPr/>
            <p:nvPr/>
          </p:nvGrpSpPr>
          <p:grpSpPr>
            <a:xfrm>
              <a:off x="8879485" y="7163575"/>
              <a:ext cx="325528" cy="150228"/>
              <a:chOff x="1759989" y="1957458"/>
              <a:chExt cx="487369" cy="202912"/>
            </a:xfrm>
          </p:grpSpPr>
          <p:sp>
            <p:nvSpPr>
              <p:cNvPr id="1014" name="Rechteck: abgerundete Ecken 1013">
                <a:extLst>
                  <a:ext uri="{FF2B5EF4-FFF2-40B4-BE49-F238E27FC236}">
                    <a16:creationId xmlns:a16="http://schemas.microsoft.com/office/drawing/2014/main" id="{A526A432-C44A-00B3-D466-C845A2834D90}"/>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15" name="Picture 56">
                <a:extLst>
                  <a:ext uri="{FF2B5EF4-FFF2-40B4-BE49-F238E27FC236}">
                    <a16:creationId xmlns:a16="http://schemas.microsoft.com/office/drawing/2014/main" id="{777C68CA-B7E7-D29F-FD8E-819C883A2B97}"/>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0" name="Gruppieren 989">
              <a:extLst>
                <a:ext uri="{FF2B5EF4-FFF2-40B4-BE49-F238E27FC236}">
                  <a16:creationId xmlns:a16="http://schemas.microsoft.com/office/drawing/2014/main" id="{D61D60BC-59B4-B480-EB08-6FBE6B69B72C}"/>
                </a:ext>
              </a:extLst>
            </p:cNvPr>
            <p:cNvGrpSpPr/>
            <p:nvPr/>
          </p:nvGrpSpPr>
          <p:grpSpPr>
            <a:xfrm>
              <a:off x="8879485" y="7386218"/>
              <a:ext cx="325528" cy="150228"/>
              <a:chOff x="1759989" y="1957458"/>
              <a:chExt cx="487369" cy="202912"/>
            </a:xfrm>
          </p:grpSpPr>
          <p:sp>
            <p:nvSpPr>
              <p:cNvPr id="1012" name="Rechteck: abgerundete Ecken 1011">
                <a:extLst>
                  <a:ext uri="{FF2B5EF4-FFF2-40B4-BE49-F238E27FC236}">
                    <a16:creationId xmlns:a16="http://schemas.microsoft.com/office/drawing/2014/main" id="{6BB36C5F-7718-7C70-E1FF-54C0F822F0E9}"/>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13" name="Picture 56">
                <a:extLst>
                  <a:ext uri="{FF2B5EF4-FFF2-40B4-BE49-F238E27FC236}">
                    <a16:creationId xmlns:a16="http://schemas.microsoft.com/office/drawing/2014/main" id="{CE004E5D-2AC2-3950-D7AD-DF67C5874F45}"/>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1" name="Gruppieren 990">
              <a:extLst>
                <a:ext uri="{FF2B5EF4-FFF2-40B4-BE49-F238E27FC236}">
                  <a16:creationId xmlns:a16="http://schemas.microsoft.com/office/drawing/2014/main" id="{2D4DADDD-B79B-DBB1-2787-E936EC8F1671}"/>
                </a:ext>
              </a:extLst>
            </p:cNvPr>
            <p:cNvGrpSpPr/>
            <p:nvPr/>
          </p:nvGrpSpPr>
          <p:grpSpPr>
            <a:xfrm>
              <a:off x="8879485" y="7608861"/>
              <a:ext cx="325528" cy="150228"/>
              <a:chOff x="1759989" y="1957458"/>
              <a:chExt cx="487369" cy="202912"/>
            </a:xfrm>
          </p:grpSpPr>
          <p:sp>
            <p:nvSpPr>
              <p:cNvPr id="1010" name="Rechteck: abgerundete Ecken 1009">
                <a:extLst>
                  <a:ext uri="{FF2B5EF4-FFF2-40B4-BE49-F238E27FC236}">
                    <a16:creationId xmlns:a16="http://schemas.microsoft.com/office/drawing/2014/main" id="{C6200008-905F-D577-1A9C-5E7738A1628F}"/>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11" name="Picture 56">
                <a:extLst>
                  <a:ext uri="{FF2B5EF4-FFF2-40B4-BE49-F238E27FC236}">
                    <a16:creationId xmlns:a16="http://schemas.microsoft.com/office/drawing/2014/main" id="{74EEE8B0-29B2-4926-1CB8-CAAD15C33333}"/>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2" name="Gruppieren 991">
              <a:extLst>
                <a:ext uri="{FF2B5EF4-FFF2-40B4-BE49-F238E27FC236}">
                  <a16:creationId xmlns:a16="http://schemas.microsoft.com/office/drawing/2014/main" id="{53B3A4D4-0380-DCE5-E8C1-1E9C97478498}"/>
                </a:ext>
              </a:extLst>
            </p:cNvPr>
            <p:cNvGrpSpPr/>
            <p:nvPr/>
          </p:nvGrpSpPr>
          <p:grpSpPr>
            <a:xfrm>
              <a:off x="8879485" y="7831504"/>
              <a:ext cx="325528" cy="150228"/>
              <a:chOff x="1759989" y="1957458"/>
              <a:chExt cx="487369" cy="202912"/>
            </a:xfrm>
          </p:grpSpPr>
          <p:sp>
            <p:nvSpPr>
              <p:cNvPr id="1008" name="Rechteck: abgerundete Ecken 1007">
                <a:extLst>
                  <a:ext uri="{FF2B5EF4-FFF2-40B4-BE49-F238E27FC236}">
                    <a16:creationId xmlns:a16="http://schemas.microsoft.com/office/drawing/2014/main" id="{8E17ADB0-814E-DCEC-2067-8412B3061C34}"/>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09" name="Picture 56">
                <a:extLst>
                  <a:ext uri="{FF2B5EF4-FFF2-40B4-BE49-F238E27FC236}">
                    <a16:creationId xmlns:a16="http://schemas.microsoft.com/office/drawing/2014/main" id="{E781047F-4910-9FFD-AADB-96C7AA293A8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3" name="Gruppieren 992">
              <a:extLst>
                <a:ext uri="{FF2B5EF4-FFF2-40B4-BE49-F238E27FC236}">
                  <a16:creationId xmlns:a16="http://schemas.microsoft.com/office/drawing/2014/main" id="{324304F9-C321-C08F-03C2-1E4B8F65AA6C}"/>
                </a:ext>
              </a:extLst>
            </p:cNvPr>
            <p:cNvGrpSpPr/>
            <p:nvPr/>
          </p:nvGrpSpPr>
          <p:grpSpPr>
            <a:xfrm>
              <a:off x="8879485" y="8054147"/>
              <a:ext cx="325528" cy="150228"/>
              <a:chOff x="1759989" y="1957458"/>
              <a:chExt cx="487369" cy="202912"/>
            </a:xfrm>
          </p:grpSpPr>
          <p:sp>
            <p:nvSpPr>
              <p:cNvPr id="1006" name="Rechteck: abgerundete Ecken 1005">
                <a:extLst>
                  <a:ext uri="{FF2B5EF4-FFF2-40B4-BE49-F238E27FC236}">
                    <a16:creationId xmlns:a16="http://schemas.microsoft.com/office/drawing/2014/main" id="{7C70C491-16BF-70D7-36B6-E1E6027EFC81}"/>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07" name="Picture 56">
                <a:extLst>
                  <a:ext uri="{FF2B5EF4-FFF2-40B4-BE49-F238E27FC236}">
                    <a16:creationId xmlns:a16="http://schemas.microsoft.com/office/drawing/2014/main" id="{B28C9690-126C-0A1F-B85F-0562BF1FAF1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4" name="Gruppieren 993">
              <a:extLst>
                <a:ext uri="{FF2B5EF4-FFF2-40B4-BE49-F238E27FC236}">
                  <a16:creationId xmlns:a16="http://schemas.microsoft.com/office/drawing/2014/main" id="{7406822F-F363-6115-CA66-6399450F4EBB}"/>
                </a:ext>
              </a:extLst>
            </p:cNvPr>
            <p:cNvGrpSpPr/>
            <p:nvPr/>
          </p:nvGrpSpPr>
          <p:grpSpPr>
            <a:xfrm>
              <a:off x="8879485" y="8276790"/>
              <a:ext cx="325528" cy="150228"/>
              <a:chOff x="1759989" y="1957458"/>
              <a:chExt cx="487369" cy="202912"/>
            </a:xfrm>
          </p:grpSpPr>
          <p:sp>
            <p:nvSpPr>
              <p:cNvPr id="1004" name="Rechteck: abgerundete Ecken 1003">
                <a:extLst>
                  <a:ext uri="{FF2B5EF4-FFF2-40B4-BE49-F238E27FC236}">
                    <a16:creationId xmlns:a16="http://schemas.microsoft.com/office/drawing/2014/main" id="{B3C320DC-92AA-0640-BF27-802EF79FDD1E}"/>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05" name="Picture 56">
                <a:extLst>
                  <a:ext uri="{FF2B5EF4-FFF2-40B4-BE49-F238E27FC236}">
                    <a16:creationId xmlns:a16="http://schemas.microsoft.com/office/drawing/2014/main" id="{FC94A2FF-C6C8-0088-99B5-7A9191A9DA0B}"/>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5" name="Gruppieren 994">
              <a:extLst>
                <a:ext uri="{FF2B5EF4-FFF2-40B4-BE49-F238E27FC236}">
                  <a16:creationId xmlns:a16="http://schemas.microsoft.com/office/drawing/2014/main" id="{8CA0CFDB-DBBA-6B75-D1C1-221BF0FF9120}"/>
                </a:ext>
              </a:extLst>
            </p:cNvPr>
            <p:cNvGrpSpPr/>
            <p:nvPr/>
          </p:nvGrpSpPr>
          <p:grpSpPr>
            <a:xfrm>
              <a:off x="8879485" y="8499433"/>
              <a:ext cx="325528" cy="150228"/>
              <a:chOff x="1759989" y="1957458"/>
              <a:chExt cx="487369" cy="202912"/>
            </a:xfrm>
          </p:grpSpPr>
          <p:sp>
            <p:nvSpPr>
              <p:cNvPr id="1002" name="Rechteck: abgerundete Ecken 1001">
                <a:extLst>
                  <a:ext uri="{FF2B5EF4-FFF2-40B4-BE49-F238E27FC236}">
                    <a16:creationId xmlns:a16="http://schemas.microsoft.com/office/drawing/2014/main" id="{19F0E4EB-2DC6-0AB0-DEE8-354D8ECA3F0A}"/>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03" name="Picture 56">
                <a:extLst>
                  <a:ext uri="{FF2B5EF4-FFF2-40B4-BE49-F238E27FC236}">
                    <a16:creationId xmlns:a16="http://schemas.microsoft.com/office/drawing/2014/main" id="{4BC479C1-97B1-6150-BF86-8092F1727B7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6" name="Gruppieren 995">
              <a:extLst>
                <a:ext uri="{FF2B5EF4-FFF2-40B4-BE49-F238E27FC236}">
                  <a16:creationId xmlns:a16="http://schemas.microsoft.com/office/drawing/2014/main" id="{C1A74789-359B-E2BA-B712-3109D3A5692E}"/>
                </a:ext>
              </a:extLst>
            </p:cNvPr>
            <p:cNvGrpSpPr/>
            <p:nvPr/>
          </p:nvGrpSpPr>
          <p:grpSpPr>
            <a:xfrm>
              <a:off x="8879485" y="8944719"/>
              <a:ext cx="325528" cy="150228"/>
              <a:chOff x="1759989" y="1957458"/>
              <a:chExt cx="487369" cy="202912"/>
            </a:xfrm>
          </p:grpSpPr>
          <p:sp>
            <p:nvSpPr>
              <p:cNvPr id="1000" name="Rechteck: abgerundete Ecken 999">
                <a:extLst>
                  <a:ext uri="{FF2B5EF4-FFF2-40B4-BE49-F238E27FC236}">
                    <a16:creationId xmlns:a16="http://schemas.microsoft.com/office/drawing/2014/main" id="{6259E91E-E3AD-49B1-9B97-651CB08F4104}"/>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01" name="Picture 56">
                <a:extLst>
                  <a:ext uri="{FF2B5EF4-FFF2-40B4-BE49-F238E27FC236}">
                    <a16:creationId xmlns:a16="http://schemas.microsoft.com/office/drawing/2014/main" id="{A9801033-E8DD-910B-B8A0-BD0BFAC14087}"/>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997" name="Gruppieren 996">
              <a:extLst>
                <a:ext uri="{FF2B5EF4-FFF2-40B4-BE49-F238E27FC236}">
                  <a16:creationId xmlns:a16="http://schemas.microsoft.com/office/drawing/2014/main" id="{CD2AC201-0FDA-129F-A8B0-5D79E637906F}"/>
                </a:ext>
              </a:extLst>
            </p:cNvPr>
            <p:cNvGrpSpPr/>
            <p:nvPr/>
          </p:nvGrpSpPr>
          <p:grpSpPr>
            <a:xfrm>
              <a:off x="8879485" y="9390013"/>
              <a:ext cx="325528" cy="150228"/>
              <a:chOff x="1759989" y="1957458"/>
              <a:chExt cx="487369" cy="202912"/>
            </a:xfrm>
          </p:grpSpPr>
          <p:sp>
            <p:nvSpPr>
              <p:cNvPr id="998" name="Rechteck: abgerundete Ecken 997">
                <a:extLst>
                  <a:ext uri="{FF2B5EF4-FFF2-40B4-BE49-F238E27FC236}">
                    <a16:creationId xmlns:a16="http://schemas.microsoft.com/office/drawing/2014/main" id="{25D4B0D2-8BDC-5D95-FCEC-BFB31107F409}"/>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999" name="Picture 56">
                <a:extLst>
                  <a:ext uri="{FF2B5EF4-FFF2-40B4-BE49-F238E27FC236}">
                    <a16:creationId xmlns:a16="http://schemas.microsoft.com/office/drawing/2014/main" id="{FF431FC3-3A76-BA97-4A58-BDB5C1A2C00B}"/>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19" name="Gruppieren 1018">
              <a:extLst>
                <a:ext uri="{FF2B5EF4-FFF2-40B4-BE49-F238E27FC236}">
                  <a16:creationId xmlns:a16="http://schemas.microsoft.com/office/drawing/2014/main" id="{F2E9C9EC-C5B9-8603-ACF6-D7A656B2D5BB}"/>
                </a:ext>
              </a:extLst>
            </p:cNvPr>
            <p:cNvGrpSpPr/>
            <p:nvPr/>
          </p:nvGrpSpPr>
          <p:grpSpPr>
            <a:xfrm>
              <a:off x="8879485" y="4937145"/>
              <a:ext cx="325528" cy="150228"/>
              <a:chOff x="1759989" y="1957458"/>
              <a:chExt cx="487369" cy="202912"/>
            </a:xfrm>
          </p:grpSpPr>
          <p:sp>
            <p:nvSpPr>
              <p:cNvPr id="1020" name="Rechteck: abgerundete Ecken 1019">
                <a:extLst>
                  <a:ext uri="{FF2B5EF4-FFF2-40B4-BE49-F238E27FC236}">
                    <a16:creationId xmlns:a16="http://schemas.microsoft.com/office/drawing/2014/main" id="{C130B8F6-0FBC-48D0-4F8C-B6CC774757E8}"/>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21" name="Picture 56">
                <a:extLst>
                  <a:ext uri="{FF2B5EF4-FFF2-40B4-BE49-F238E27FC236}">
                    <a16:creationId xmlns:a16="http://schemas.microsoft.com/office/drawing/2014/main" id="{89CF7EB3-8DD4-6A00-AC1C-F5BD4ABB598B}"/>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22" name="Gruppieren 1021">
              <a:extLst>
                <a:ext uri="{FF2B5EF4-FFF2-40B4-BE49-F238E27FC236}">
                  <a16:creationId xmlns:a16="http://schemas.microsoft.com/office/drawing/2014/main" id="{16528A39-52F2-93A6-4D9A-D4963BC22852}"/>
                </a:ext>
              </a:extLst>
            </p:cNvPr>
            <p:cNvGrpSpPr/>
            <p:nvPr/>
          </p:nvGrpSpPr>
          <p:grpSpPr>
            <a:xfrm>
              <a:off x="8879485" y="5605074"/>
              <a:ext cx="325528" cy="150228"/>
              <a:chOff x="1759989" y="1957458"/>
              <a:chExt cx="487369" cy="202912"/>
            </a:xfrm>
          </p:grpSpPr>
          <p:sp>
            <p:nvSpPr>
              <p:cNvPr id="1023" name="Rechteck: abgerundete Ecken 1022">
                <a:extLst>
                  <a:ext uri="{FF2B5EF4-FFF2-40B4-BE49-F238E27FC236}">
                    <a16:creationId xmlns:a16="http://schemas.microsoft.com/office/drawing/2014/main" id="{3C5BA866-BF17-2220-0ED7-873460B01AAD}"/>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24" name="Picture 56">
                <a:extLst>
                  <a:ext uri="{FF2B5EF4-FFF2-40B4-BE49-F238E27FC236}">
                    <a16:creationId xmlns:a16="http://schemas.microsoft.com/office/drawing/2014/main" id="{C067E200-949D-1180-6D65-2FAAF0AC2362}"/>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25" name="Gruppieren 1024">
              <a:extLst>
                <a:ext uri="{FF2B5EF4-FFF2-40B4-BE49-F238E27FC236}">
                  <a16:creationId xmlns:a16="http://schemas.microsoft.com/office/drawing/2014/main" id="{6C07D4EF-DF1E-AECD-F883-7BBC981185A4}"/>
                </a:ext>
              </a:extLst>
            </p:cNvPr>
            <p:cNvGrpSpPr/>
            <p:nvPr/>
          </p:nvGrpSpPr>
          <p:grpSpPr>
            <a:xfrm>
              <a:off x="8879485" y="6050360"/>
              <a:ext cx="325528" cy="150228"/>
              <a:chOff x="1759989" y="1957458"/>
              <a:chExt cx="487369" cy="202912"/>
            </a:xfrm>
          </p:grpSpPr>
          <p:sp>
            <p:nvSpPr>
              <p:cNvPr id="1026" name="Rechteck: abgerundete Ecken 1025">
                <a:extLst>
                  <a:ext uri="{FF2B5EF4-FFF2-40B4-BE49-F238E27FC236}">
                    <a16:creationId xmlns:a16="http://schemas.microsoft.com/office/drawing/2014/main" id="{FAD0AF62-DE02-D9A1-AF7C-7EC0A5152642}"/>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27" name="Picture 56">
                <a:extLst>
                  <a:ext uri="{FF2B5EF4-FFF2-40B4-BE49-F238E27FC236}">
                    <a16:creationId xmlns:a16="http://schemas.microsoft.com/office/drawing/2014/main" id="{929AB0F2-23F9-29A1-5D7F-52AFFE1AC2C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28" name="Gruppieren 1027">
              <a:extLst>
                <a:ext uri="{FF2B5EF4-FFF2-40B4-BE49-F238E27FC236}">
                  <a16:creationId xmlns:a16="http://schemas.microsoft.com/office/drawing/2014/main" id="{BFD2791F-112D-349A-ACB1-5E16557E1B72}"/>
                </a:ext>
              </a:extLst>
            </p:cNvPr>
            <p:cNvGrpSpPr/>
            <p:nvPr/>
          </p:nvGrpSpPr>
          <p:grpSpPr>
            <a:xfrm>
              <a:off x="8879485" y="6495646"/>
              <a:ext cx="325528" cy="150228"/>
              <a:chOff x="1759989" y="1957458"/>
              <a:chExt cx="487369" cy="202912"/>
            </a:xfrm>
          </p:grpSpPr>
          <p:sp>
            <p:nvSpPr>
              <p:cNvPr id="1029" name="Rechteck: abgerundete Ecken 1028">
                <a:extLst>
                  <a:ext uri="{FF2B5EF4-FFF2-40B4-BE49-F238E27FC236}">
                    <a16:creationId xmlns:a16="http://schemas.microsoft.com/office/drawing/2014/main" id="{76B13E93-0B76-B1F4-D872-819AB9F86456}"/>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30" name="Picture 56">
                <a:extLst>
                  <a:ext uri="{FF2B5EF4-FFF2-40B4-BE49-F238E27FC236}">
                    <a16:creationId xmlns:a16="http://schemas.microsoft.com/office/drawing/2014/main" id="{554EC080-19D3-EFE3-7196-DC3235E5CEA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31" name="Gruppieren 1030">
              <a:extLst>
                <a:ext uri="{FF2B5EF4-FFF2-40B4-BE49-F238E27FC236}">
                  <a16:creationId xmlns:a16="http://schemas.microsoft.com/office/drawing/2014/main" id="{7371D1FF-4848-93E0-7935-AEBEA4CCBA8D}"/>
                </a:ext>
              </a:extLst>
            </p:cNvPr>
            <p:cNvGrpSpPr/>
            <p:nvPr/>
          </p:nvGrpSpPr>
          <p:grpSpPr>
            <a:xfrm>
              <a:off x="8879485" y="6940932"/>
              <a:ext cx="325528" cy="150228"/>
              <a:chOff x="1759989" y="1957458"/>
              <a:chExt cx="487369" cy="202912"/>
            </a:xfrm>
          </p:grpSpPr>
          <p:sp>
            <p:nvSpPr>
              <p:cNvPr id="1032" name="Rechteck: abgerundete Ecken 1031">
                <a:extLst>
                  <a:ext uri="{FF2B5EF4-FFF2-40B4-BE49-F238E27FC236}">
                    <a16:creationId xmlns:a16="http://schemas.microsoft.com/office/drawing/2014/main" id="{2CBD5D34-0441-F951-579B-5B6DD3DE1395}"/>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33" name="Picture 56">
                <a:extLst>
                  <a:ext uri="{FF2B5EF4-FFF2-40B4-BE49-F238E27FC236}">
                    <a16:creationId xmlns:a16="http://schemas.microsoft.com/office/drawing/2014/main" id="{2318E22B-CCC1-F29C-2249-3E2A19ADB0C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34" name="Gruppieren 1033">
              <a:extLst>
                <a:ext uri="{FF2B5EF4-FFF2-40B4-BE49-F238E27FC236}">
                  <a16:creationId xmlns:a16="http://schemas.microsoft.com/office/drawing/2014/main" id="{100DA83A-861B-5F26-3B33-3B866AB09E44}"/>
                </a:ext>
              </a:extLst>
            </p:cNvPr>
            <p:cNvGrpSpPr/>
            <p:nvPr/>
          </p:nvGrpSpPr>
          <p:grpSpPr>
            <a:xfrm>
              <a:off x="8879485" y="4491859"/>
              <a:ext cx="325528" cy="150228"/>
              <a:chOff x="1759989" y="1957458"/>
              <a:chExt cx="487369" cy="202912"/>
            </a:xfrm>
          </p:grpSpPr>
          <p:sp>
            <p:nvSpPr>
              <p:cNvPr id="1035" name="Rechteck: abgerundete Ecken 1034">
                <a:extLst>
                  <a:ext uri="{FF2B5EF4-FFF2-40B4-BE49-F238E27FC236}">
                    <a16:creationId xmlns:a16="http://schemas.microsoft.com/office/drawing/2014/main" id="{F0AAA3F2-0B3B-39B3-8E97-BCA9E34ECB80}"/>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36" name="Picture 56">
                <a:extLst>
                  <a:ext uri="{FF2B5EF4-FFF2-40B4-BE49-F238E27FC236}">
                    <a16:creationId xmlns:a16="http://schemas.microsoft.com/office/drawing/2014/main" id="{2B6CF155-D1C2-0029-FC4D-7E156CE6085E}"/>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37" name="Gruppieren 1036">
              <a:extLst>
                <a:ext uri="{FF2B5EF4-FFF2-40B4-BE49-F238E27FC236}">
                  <a16:creationId xmlns:a16="http://schemas.microsoft.com/office/drawing/2014/main" id="{D5EC2457-024F-E2D0-AE83-8177F8D05D0D}"/>
                </a:ext>
              </a:extLst>
            </p:cNvPr>
            <p:cNvGrpSpPr/>
            <p:nvPr/>
          </p:nvGrpSpPr>
          <p:grpSpPr>
            <a:xfrm>
              <a:off x="8879485" y="5159788"/>
              <a:ext cx="325528" cy="150228"/>
              <a:chOff x="1759989" y="1957458"/>
              <a:chExt cx="487369" cy="202912"/>
            </a:xfrm>
          </p:grpSpPr>
          <p:sp>
            <p:nvSpPr>
              <p:cNvPr id="1038" name="Rechteck: abgerundete Ecken 1037">
                <a:extLst>
                  <a:ext uri="{FF2B5EF4-FFF2-40B4-BE49-F238E27FC236}">
                    <a16:creationId xmlns:a16="http://schemas.microsoft.com/office/drawing/2014/main" id="{29594053-1636-00CE-4633-F4B8FB71E63B}"/>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39" name="Picture 56">
                <a:extLst>
                  <a:ext uri="{FF2B5EF4-FFF2-40B4-BE49-F238E27FC236}">
                    <a16:creationId xmlns:a16="http://schemas.microsoft.com/office/drawing/2014/main" id="{71486C5F-5AA9-2A9E-F5E0-4DAC01D2D4CF}"/>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40" name="Gruppieren 1039">
              <a:extLst>
                <a:ext uri="{FF2B5EF4-FFF2-40B4-BE49-F238E27FC236}">
                  <a16:creationId xmlns:a16="http://schemas.microsoft.com/office/drawing/2014/main" id="{F7415071-8E4B-3103-57D3-DB7E571DE1A7}"/>
                </a:ext>
              </a:extLst>
            </p:cNvPr>
            <p:cNvGrpSpPr/>
            <p:nvPr/>
          </p:nvGrpSpPr>
          <p:grpSpPr>
            <a:xfrm>
              <a:off x="8879485" y="5382431"/>
              <a:ext cx="325528" cy="150228"/>
              <a:chOff x="1759989" y="1957458"/>
              <a:chExt cx="487369" cy="202912"/>
            </a:xfrm>
          </p:grpSpPr>
          <p:sp>
            <p:nvSpPr>
              <p:cNvPr id="1041" name="Rechteck: abgerundete Ecken 1040">
                <a:extLst>
                  <a:ext uri="{FF2B5EF4-FFF2-40B4-BE49-F238E27FC236}">
                    <a16:creationId xmlns:a16="http://schemas.microsoft.com/office/drawing/2014/main" id="{2566B498-4F40-365B-7408-5746BC25438B}"/>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42" name="Picture 56">
                <a:extLst>
                  <a:ext uri="{FF2B5EF4-FFF2-40B4-BE49-F238E27FC236}">
                    <a16:creationId xmlns:a16="http://schemas.microsoft.com/office/drawing/2014/main" id="{09B7E83E-F090-1A98-5242-2444FB4B7E46}"/>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43" name="Gruppieren 1042">
              <a:extLst>
                <a:ext uri="{FF2B5EF4-FFF2-40B4-BE49-F238E27FC236}">
                  <a16:creationId xmlns:a16="http://schemas.microsoft.com/office/drawing/2014/main" id="{7FB55420-A0CB-A2FD-9D2A-2961217F2941}"/>
                </a:ext>
              </a:extLst>
            </p:cNvPr>
            <p:cNvGrpSpPr/>
            <p:nvPr/>
          </p:nvGrpSpPr>
          <p:grpSpPr>
            <a:xfrm>
              <a:off x="8879485" y="5827717"/>
              <a:ext cx="325528" cy="150228"/>
              <a:chOff x="1759989" y="1957458"/>
              <a:chExt cx="487369" cy="202912"/>
            </a:xfrm>
          </p:grpSpPr>
          <p:sp>
            <p:nvSpPr>
              <p:cNvPr id="1044" name="Rechteck: abgerundete Ecken 1043">
                <a:extLst>
                  <a:ext uri="{FF2B5EF4-FFF2-40B4-BE49-F238E27FC236}">
                    <a16:creationId xmlns:a16="http://schemas.microsoft.com/office/drawing/2014/main" id="{8812E957-532B-F77F-2FA6-1DF7FF9F675F}"/>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45" name="Picture 56">
                <a:extLst>
                  <a:ext uri="{FF2B5EF4-FFF2-40B4-BE49-F238E27FC236}">
                    <a16:creationId xmlns:a16="http://schemas.microsoft.com/office/drawing/2014/main" id="{9E38A616-3343-A51F-DE61-351BD3DB1AC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46" name="Gruppieren 1045">
              <a:extLst>
                <a:ext uri="{FF2B5EF4-FFF2-40B4-BE49-F238E27FC236}">
                  <a16:creationId xmlns:a16="http://schemas.microsoft.com/office/drawing/2014/main" id="{D63A33A4-A1E6-A547-763C-14E494A97F15}"/>
                </a:ext>
              </a:extLst>
            </p:cNvPr>
            <p:cNvGrpSpPr/>
            <p:nvPr/>
          </p:nvGrpSpPr>
          <p:grpSpPr>
            <a:xfrm>
              <a:off x="8879485" y="6273003"/>
              <a:ext cx="325528" cy="150228"/>
              <a:chOff x="1759989" y="1957458"/>
              <a:chExt cx="487369" cy="202912"/>
            </a:xfrm>
          </p:grpSpPr>
          <p:sp>
            <p:nvSpPr>
              <p:cNvPr id="1047" name="Rechteck: abgerundete Ecken 1046">
                <a:extLst>
                  <a:ext uri="{FF2B5EF4-FFF2-40B4-BE49-F238E27FC236}">
                    <a16:creationId xmlns:a16="http://schemas.microsoft.com/office/drawing/2014/main" id="{9009CB10-0C50-4006-2E3B-8A2D6878E916}"/>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48" name="Picture 56">
                <a:extLst>
                  <a:ext uri="{FF2B5EF4-FFF2-40B4-BE49-F238E27FC236}">
                    <a16:creationId xmlns:a16="http://schemas.microsoft.com/office/drawing/2014/main" id="{5DA815F6-F65E-4AE6-0598-94924A6372DB}"/>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49" name="Gruppieren 1048">
              <a:extLst>
                <a:ext uri="{FF2B5EF4-FFF2-40B4-BE49-F238E27FC236}">
                  <a16:creationId xmlns:a16="http://schemas.microsoft.com/office/drawing/2014/main" id="{030DDC09-05E6-D276-4381-377DE86507AD}"/>
                </a:ext>
              </a:extLst>
            </p:cNvPr>
            <p:cNvGrpSpPr/>
            <p:nvPr/>
          </p:nvGrpSpPr>
          <p:grpSpPr>
            <a:xfrm>
              <a:off x="8879485" y="9167362"/>
              <a:ext cx="325528" cy="150228"/>
              <a:chOff x="1759989" y="1957458"/>
              <a:chExt cx="487369" cy="202912"/>
            </a:xfrm>
          </p:grpSpPr>
          <p:sp>
            <p:nvSpPr>
              <p:cNvPr id="1050" name="Rechteck: abgerundete Ecken 1049">
                <a:extLst>
                  <a:ext uri="{FF2B5EF4-FFF2-40B4-BE49-F238E27FC236}">
                    <a16:creationId xmlns:a16="http://schemas.microsoft.com/office/drawing/2014/main" id="{A74807E7-A8D2-424E-E18D-4363FBA76F43}"/>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51" name="Picture 56">
                <a:extLst>
                  <a:ext uri="{FF2B5EF4-FFF2-40B4-BE49-F238E27FC236}">
                    <a16:creationId xmlns:a16="http://schemas.microsoft.com/office/drawing/2014/main" id="{127E5997-110F-2FE9-235B-816EC0931B65}"/>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52" name="Gruppieren 1051">
              <a:extLst>
                <a:ext uri="{FF2B5EF4-FFF2-40B4-BE49-F238E27FC236}">
                  <a16:creationId xmlns:a16="http://schemas.microsoft.com/office/drawing/2014/main" id="{41903C63-BB48-7DEE-34D1-7BE9E90A6CEA}"/>
                </a:ext>
              </a:extLst>
            </p:cNvPr>
            <p:cNvGrpSpPr/>
            <p:nvPr/>
          </p:nvGrpSpPr>
          <p:grpSpPr>
            <a:xfrm>
              <a:off x="8879485" y="8722076"/>
              <a:ext cx="325528" cy="150228"/>
              <a:chOff x="1759989" y="1957458"/>
              <a:chExt cx="487369" cy="202912"/>
            </a:xfrm>
          </p:grpSpPr>
          <p:sp>
            <p:nvSpPr>
              <p:cNvPr id="1053" name="Rechteck: abgerundete Ecken 1052">
                <a:extLst>
                  <a:ext uri="{FF2B5EF4-FFF2-40B4-BE49-F238E27FC236}">
                    <a16:creationId xmlns:a16="http://schemas.microsoft.com/office/drawing/2014/main" id="{8F379547-E7BA-0F53-EE0F-2704176CF232}"/>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54" name="Picture 56">
                <a:extLst>
                  <a:ext uri="{FF2B5EF4-FFF2-40B4-BE49-F238E27FC236}">
                    <a16:creationId xmlns:a16="http://schemas.microsoft.com/office/drawing/2014/main" id="{BB1D5659-3020-7E15-3ADC-AA63C968A291}"/>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nvGrpSpPr>
            <p:cNvPr id="1055" name="Gruppieren 1054">
              <a:extLst>
                <a:ext uri="{FF2B5EF4-FFF2-40B4-BE49-F238E27FC236}">
                  <a16:creationId xmlns:a16="http://schemas.microsoft.com/office/drawing/2014/main" id="{A09FD5DE-94A9-94A0-5786-08BE49038BF9}"/>
                </a:ext>
              </a:extLst>
            </p:cNvPr>
            <p:cNvGrpSpPr/>
            <p:nvPr/>
          </p:nvGrpSpPr>
          <p:grpSpPr>
            <a:xfrm>
              <a:off x="8879485" y="4714502"/>
              <a:ext cx="325528" cy="150228"/>
              <a:chOff x="1759989" y="1957458"/>
              <a:chExt cx="487369" cy="202912"/>
            </a:xfrm>
          </p:grpSpPr>
          <p:sp>
            <p:nvSpPr>
              <p:cNvPr id="1056" name="Rechteck: abgerundete Ecken 1055">
                <a:extLst>
                  <a:ext uri="{FF2B5EF4-FFF2-40B4-BE49-F238E27FC236}">
                    <a16:creationId xmlns:a16="http://schemas.microsoft.com/office/drawing/2014/main" id="{50E8B675-8ED4-6C40-ADB5-B52295E86242}"/>
                  </a:ext>
                </a:extLst>
              </p:cNvPr>
              <p:cNvSpPr/>
              <p:nvPr/>
            </p:nvSpPr>
            <p:spPr>
              <a:xfrm>
                <a:off x="1759989" y="1957458"/>
                <a:ext cx="487369" cy="20291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57" name="Picture 56">
                <a:extLst>
                  <a:ext uri="{FF2B5EF4-FFF2-40B4-BE49-F238E27FC236}">
                    <a16:creationId xmlns:a16="http://schemas.microsoft.com/office/drawing/2014/main" id="{1CB7D354-A07B-6A4C-AD31-DF0D29DD5B71}"/>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037918" y="1984140"/>
                <a:ext cx="172385" cy="172384"/>
              </a:xfrm>
              <a:prstGeom prst="rect">
                <a:avLst/>
              </a:prstGeom>
            </p:spPr>
          </p:pic>
        </p:grpSp>
      </p:grpSp>
      <p:grpSp>
        <p:nvGrpSpPr>
          <p:cNvPr id="1127" name="Gruppieren 1126">
            <a:extLst>
              <a:ext uri="{FF2B5EF4-FFF2-40B4-BE49-F238E27FC236}">
                <a16:creationId xmlns:a16="http://schemas.microsoft.com/office/drawing/2014/main" id="{C0294938-E652-AC0A-23A3-24CE55B60872}"/>
              </a:ext>
            </a:extLst>
          </p:cNvPr>
          <p:cNvGrpSpPr/>
          <p:nvPr/>
        </p:nvGrpSpPr>
        <p:grpSpPr>
          <a:xfrm>
            <a:off x="-3246958" y="4956500"/>
            <a:ext cx="297484" cy="5036946"/>
            <a:chOff x="9185391" y="4604271"/>
            <a:chExt cx="297484" cy="5036946"/>
          </a:xfrm>
        </p:grpSpPr>
        <p:grpSp>
          <p:nvGrpSpPr>
            <p:cNvPr id="1060" name="Gruppieren 1059">
              <a:extLst>
                <a:ext uri="{FF2B5EF4-FFF2-40B4-BE49-F238E27FC236}">
                  <a16:creationId xmlns:a16="http://schemas.microsoft.com/office/drawing/2014/main" id="{055F3F5A-24C0-D8E6-0DDC-8697981D5187}"/>
                </a:ext>
              </a:extLst>
            </p:cNvPr>
            <p:cNvGrpSpPr/>
            <p:nvPr/>
          </p:nvGrpSpPr>
          <p:grpSpPr>
            <a:xfrm>
              <a:off x="9185391" y="4604271"/>
              <a:ext cx="297484" cy="137286"/>
              <a:chOff x="9405783" y="9360217"/>
              <a:chExt cx="297484" cy="137286"/>
            </a:xfrm>
          </p:grpSpPr>
          <p:sp>
            <p:nvSpPr>
              <p:cNvPr id="1058" name="Rechteck: abgerundete Ecken 1057">
                <a:extLst>
                  <a:ext uri="{FF2B5EF4-FFF2-40B4-BE49-F238E27FC236}">
                    <a16:creationId xmlns:a16="http://schemas.microsoft.com/office/drawing/2014/main" id="{3F949A76-225E-37A7-A7E5-0CB1765EA8C6}"/>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59" name="Picture 6">
                <a:extLst>
                  <a:ext uri="{FF2B5EF4-FFF2-40B4-BE49-F238E27FC236}">
                    <a16:creationId xmlns:a16="http://schemas.microsoft.com/office/drawing/2014/main" id="{F4CC5CCB-880A-98A5-7590-8E78A99C788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61" name="Gruppieren 1060">
              <a:extLst>
                <a:ext uri="{FF2B5EF4-FFF2-40B4-BE49-F238E27FC236}">
                  <a16:creationId xmlns:a16="http://schemas.microsoft.com/office/drawing/2014/main" id="{147BB485-B831-3CB7-BF96-5992F65008AB}"/>
                </a:ext>
              </a:extLst>
            </p:cNvPr>
            <p:cNvGrpSpPr/>
            <p:nvPr/>
          </p:nvGrpSpPr>
          <p:grpSpPr>
            <a:xfrm>
              <a:off x="9185391" y="4826983"/>
              <a:ext cx="297484" cy="137286"/>
              <a:chOff x="9405783" y="9360217"/>
              <a:chExt cx="297484" cy="137286"/>
            </a:xfrm>
          </p:grpSpPr>
          <p:sp>
            <p:nvSpPr>
              <p:cNvPr id="1062" name="Rechteck: abgerundete Ecken 1061">
                <a:extLst>
                  <a:ext uri="{FF2B5EF4-FFF2-40B4-BE49-F238E27FC236}">
                    <a16:creationId xmlns:a16="http://schemas.microsoft.com/office/drawing/2014/main" id="{9EA0B9D2-F52C-C98B-1A73-63C4E8F27762}"/>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63" name="Picture 6">
                <a:extLst>
                  <a:ext uri="{FF2B5EF4-FFF2-40B4-BE49-F238E27FC236}">
                    <a16:creationId xmlns:a16="http://schemas.microsoft.com/office/drawing/2014/main" id="{977A22B7-C09E-DC42-CBCC-1B300B0D982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64" name="Gruppieren 1063">
              <a:extLst>
                <a:ext uri="{FF2B5EF4-FFF2-40B4-BE49-F238E27FC236}">
                  <a16:creationId xmlns:a16="http://schemas.microsoft.com/office/drawing/2014/main" id="{F06CA967-942E-1B88-D126-6AC8FFC41EAC}"/>
                </a:ext>
              </a:extLst>
            </p:cNvPr>
            <p:cNvGrpSpPr/>
            <p:nvPr/>
          </p:nvGrpSpPr>
          <p:grpSpPr>
            <a:xfrm>
              <a:off x="9185391" y="5049695"/>
              <a:ext cx="297484" cy="137286"/>
              <a:chOff x="9405783" y="9360217"/>
              <a:chExt cx="297484" cy="137286"/>
            </a:xfrm>
          </p:grpSpPr>
          <p:sp>
            <p:nvSpPr>
              <p:cNvPr id="1065" name="Rechteck: abgerundete Ecken 1064">
                <a:extLst>
                  <a:ext uri="{FF2B5EF4-FFF2-40B4-BE49-F238E27FC236}">
                    <a16:creationId xmlns:a16="http://schemas.microsoft.com/office/drawing/2014/main" id="{F3B05C76-8216-AEFC-5E66-8959789F644C}"/>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66" name="Picture 6">
                <a:extLst>
                  <a:ext uri="{FF2B5EF4-FFF2-40B4-BE49-F238E27FC236}">
                    <a16:creationId xmlns:a16="http://schemas.microsoft.com/office/drawing/2014/main" id="{07925926-DF3E-8BBA-2517-3A1627D1900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67" name="Gruppieren 1066">
              <a:extLst>
                <a:ext uri="{FF2B5EF4-FFF2-40B4-BE49-F238E27FC236}">
                  <a16:creationId xmlns:a16="http://schemas.microsoft.com/office/drawing/2014/main" id="{D1C52915-CCC6-C5D0-D4CF-D45007EAFB48}"/>
                </a:ext>
              </a:extLst>
            </p:cNvPr>
            <p:cNvGrpSpPr/>
            <p:nvPr/>
          </p:nvGrpSpPr>
          <p:grpSpPr>
            <a:xfrm>
              <a:off x="9185391" y="5272407"/>
              <a:ext cx="297484" cy="137286"/>
              <a:chOff x="9405783" y="9360217"/>
              <a:chExt cx="297484" cy="137286"/>
            </a:xfrm>
          </p:grpSpPr>
          <p:sp>
            <p:nvSpPr>
              <p:cNvPr id="1068" name="Rechteck: abgerundete Ecken 1067">
                <a:extLst>
                  <a:ext uri="{FF2B5EF4-FFF2-40B4-BE49-F238E27FC236}">
                    <a16:creationId xmlns:a16="http://schemas.microsoft.com/office/drawing/2014/main" id="{CED01AE6-42FE-9B67-05C9-6AB9F729C77A}"/>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69" name="Picture 6">
                <a:extLst>
                  <a:ext uri="{FF2B5EF4-FFF2-40B4-BE49-F238E27FC236}">
                    <a16:creationId xmlns:a16="http://schemas.microsoft.com/office/drawing/2014/main" id="{9B8B3638-4CD8-2905-FF53-70F669890D49}"/>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70" name="Gruppieren 1069">
              <a:extLst>
                <a:ext uri="{FF2B5EF4-FFF2-40B4-BE49-F238E27FC236}">
                  <a16:creationId xmlns:a16="http://schemas.microsoft.com/office/drawing/2014/main" id="{A8F7F21C-C5E2-87A4-4F4F-E5B379543C69}"/>
                </a:ext>
              </a:extLst>
            </p:cNvPr>
            <p:cNvGrpSpPr/>
            <p:nvPr/>
          </p:nvGrpSpPr>
          <p:grpSpPr>
            <a:xfrm>
              <a:off x="9185391" y="5495119"/>
              <a:ext cx="297484" cy="137286"/>
              <a:chOff x="9405783" y="9360217"/>
              <a:chExt cx="297484" cy="137286"/>
            </a:xfrm>
          </p:grpSpPr>
          <p:sp>
            <p:nvSpPr>
              <p:cNvPr id="1071" name="Rechteck: abgerundete Ecken 1070">
                <a:extLst>
                  <a:ext uri="{FF2B5EF4-FFF2-40B4-BE49-F238E27FC236}">
                    <a16:creationId xmlns:a16="http://schemas.microsoft.com/office/drawing/2014/main" id="{E8031449-F7F5-DA38-ECF3-63F4EB87C6B3}"/>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72" name="Picture 6">
                <a:extLst>
                  <a:ext uri="{FF2B5EF4-FFF2-40B4-BE49-F238E27FC236}">
                    <a16:creationId xmlns:a16="http://schemas.microsoft.com/office/drawing/2014/main" id="{66B7FFE4-C3D0-6578-02CC-B377FEBD316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73" name="Gruppieren 1072">
              <a:extLst>
                <a:ext uri="{FF2B5EF4-FFF2-40B4-BE49-F238E27FC236}">
                  <a16:creationId xmlns:a16="http://schemas.microsoft.com/office/drawing/2014/main" id="{A484BA91-7863-1903-7F51-C023B66E876A}"/>
                </a:ext>
              </a:extLst>
            </p:cNvPr>
            <p:cNvGrpSpPr/>
            <p:nvPr/>
          </p:nvGrpSpPr>
          <p:grpSpPr>
            <a:xfrm>
              <a:off x="9185391" y="5717831"/>
              <a:ext cx="297484" cy="137286"/>
              <a:chOff x="9405783" y="9360217"/>
              <a:chExt cx="297484" cy="137286"/>
            </a:xfrm>
          </p:grpSpPr>
          <p:sp>
            <p:nvSpPr>
              <p:cNvPr id="1074" name="Rechteck: abgerundete Ecken 1073">
                <a:extLst>
                  <a:ext uri="{FF2B5EF4-FFF2-40B4-BE49-F238E27FC236}">
                    <a16:creationId xmlns:a16="http://schemas.microsoft.com/office/drawing/2014/main" id="{84FA0B38-4699-D7BF-FFE9-6F40250BE302}"/>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75" name="Picture 6">
                <a:extLst>
                  <a:ext uri="{FF2B5EF4-FFF2-40B4-BE49-F238E27FC236}">
                    <a16:creationId xmlns:a16="http://schemas.microsoft.com/office/drawing/2014/main" id="{4A4A6484-E3FF-E133-765C-BDA35C95A53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76" name="Gruppieren 1075">
              <a:extLst>
                <a:ext uri="{FF2B5EF4-FFF2-40B4-BE49-F238E27FC236}">
                  <a16:creationId xmlns:a16="http://schemas.microsoft.com/office/drawing/2014/main" id="{019A55B4-A173-8483-8E3C-491F07938DE5}"/>
                </a:ext>
              </a:extLst>
            </p:cNvPr>
            <p:cNvGrpSpPr/>
            <p:nvPr/>
          </p:nvGrpSpPr>
          <p:grpSpPr>
            <a:xfrm>
              <a:off x="9185391" y="5940543"/>
              <a:ext cx="297484" cy="137286"/>
              <a:chOff x="9405783" y="9360217"/>
              <a:chExt cx="297484" cy="137286"/>
            </a:xfrm>
          </p:grpSpPr>
          <p:sp>
            <p:nvSpPr>
              <p:cNvPr id="1077" name="Rechteck: abgerundete Ecken 1076">
                <a:extLst>
                  <a:ext uri="{FF2B5EF4-FFF2-40B4-BE49-F238E27FC236}">
                    <a16:creationId xmlns:a16="http://schemas.microsoft.com/office/drawing/2014/main" id="{EE7EBEB6-834F-7889-ACEB-41138601946A}"/>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78" name="Picture 6">
                <a:extLst>
                  <a:ext uri="{FF2B5EF4-FFF2-40B4-BE49-F238E27FC236}">
                    <a16:creationId xmlns:a16="http://schemas.microsoft.com/office/drawing/2014/main" id="{F6C04914-1C17-71A5-2956-A8FC1FF8F308}"/>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79" name="Gruppieren 1078">
              <a:extLst>
                <a:ext uri="{FF2B5EF4-FFF2-40B4-BE49-F238E27FC236}">
                  <a16:creationId xmlns:a16="http://schemas.microsoft.com/office/drawing/2014/main" id="{325D9DEA-F84A-AC1C-29C1-F4677C2CF75F}"/>
                </a:ext>
              </a:extLst>
            </p:cNvPr>
            <p:cNvGrpSpPr/>
            <p:nvPr/>
          </p:nvGrpSpPr>
          <p:grpSpPr>
            <a:xfrm>
              <a:off x="9185391" y="6163255"/>
              <a:ext cx="297484" cy="137286"/>
              <a:chOff x="9405783" y="9360217"/>
              <a:chExt cx="297484" cy="137286"/>
            </a:xfrm>
          </p:grpSpPr>
          <p:sp>
            <p:nvSpPr>
              <p:cNvPr id="1080" name="Rechteck: abgerundete Ecken 1079">
                <a:extLst>
                  <a:ext uri="{FF2B5EF4-FFF2-40B4-BE49-F238E27FC236}">
                    <a16:creationId xmlns:a16="http://schemas.microsoft.com/office/drawing/2014/main" id="{FD5F383E-074B-32BB-05DF-A41FAE1B0F5C}"/>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81" name="Picture 6">
                <a:extLst>
                  <a:ext uri="{FF2B5EF4-FFF2-40B4-BE49-F238E27FC236}">
                    <a16:creationId xmlns:a16="http://schemas.microsoft.com/office/drawing/2014/main" id="{C8553DCE-D069-CC40-3456-44C61967EC1C}"/>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82" name="Gruppieren 1081">
              <a:extLst>
                <a:ext uri="{FF2B5EF4-FFF2-40B4-BE49-F238E27FC236}">
                  <a16:creationId xmlns:a16="http://schemas.microsoft.com/office/drawing/2014/main" id="{F95B1CA8-6C05-AB9F-397A-D771D0BA5E07}"/>
                </a:ext>
              </a:extLst>
            </p:cNvPr>
            <p:cNvGrpSpPr/>
            <p:nvPr/>
          </p:nvGrpSpPr>
          <p:grpSpPr>
            <a:xfrm>
              <a:off x="9185391" y="6385967"/>
              <a:ext cx="297484" cy="137286"/>
              <a:chOff x="9405783" y="9360217"/>
              <a:chExt cx="297484" cy="137286"/>
            </a:xfrm>
          </p:grpSpPr>
          <p:sp>
            <p:nvSpPr>
              <p:cNvPr id="1083" name="Rechteck: abgerundete Ecken 1082">
                <a:extLst>
                  <a:ext uri="{FF2B5EF4-FFF2-40B4-BE49-F238E27FC236}">
                    <a16:creationId xmlns:a16="http://schemas.microsoft.com/office/drawing/2014/main" id="{A79C167D-DB55-C977-0FFB-F912D186177F}"/>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84" name="Picture 6">
                <a:extLst>
                  <a:ext uri="{FF2B5EF4-FFF2-40B4-BE49-F238E27FC236}">
                    <a16:creationId xmlns:a16="http://schemas.microsoft.com/office/drawing/2014/main" id="{ACD04D67-E098-A896-E38D-13E7014526E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85" name="Gruppieren 1084">
              <a:extLst>
                <a:ext uri="{FF2B5EF4-FFF2-40B4-BE49-F238E27FC236}">
                  <a16:creationId xmlns:a16="http://schemas.microsoft.com/office/drawing/2014/main" id="{662559EF-98F4-0CD4-D306-99E768FA52CF}"/>
                </a:ext>
              </a:extLst>
            </p:cNvPr>
            <p:cNvGrpSpPr/>
            <p:nvPr/>
          </p:nvGrpSpPr>
          <p:grpSpPr>
            <a:xfrm>
              <a:off x="9185391" y="6608679"/>
              <a:ext cx="297484" cy="137286"/>
              <a:chOff x="9405783" y="9360217"/>
              <a:chExt cx="297484" cy="137286"/>
            </a:xfrm>
          </p:grpSpPr>
          <p:sp>
            <p:nvSpPr>
              <p:cNvPr id="1086" name="Rechteck: abgerundete Ecken 1085">
                <a:extLst>
                  <a:ext uri="{FF2B5EF4-FFF2-40B4-BE49-F238E27FC236}">
                    <a16:creationId xmlns:a16="http://schemas.microsoft.com/office/drawing/2014/main" id="{2F856EF1-9A16-E0A1-8A97-1A0190ADD47C}"/>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87" name="Picture 6">
                <a:extLst>
                  <a:ext uri="{FF2B5EF4-FFF2-40B4-BE49-F238E27FC236}">
                    <a16:creationId xmlns:a16="http://schemas.microsoft.com/office/drawing/2014/main" id="{388FEC11-45B0-D9BA-2716-D700F41C50C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88" name="Gruppieren 1087">
              <a:extLst>
                <a:ext uri="{FF2B5EF4-FFF2-40B4-BE49-F238E27FC236}">
                  <a16:creationId xmlns:a16="http://schemas.microsoft.com/office/drawing/2014/main" id="{EE9D0FA3-B528-590B-3510-4251FF51020C}"/>
                </a:ext>
              </a:extLst>
            </p:cNvPr>
            <p:cNvGrpSpPr/>
            <p:nvPr/>
          </p:nvGrpSpPr>
          <p:grpSpPr>
            <a:xfrm>
              <a:off x="9185391" y="6831391"/>
              <a:ext cx="297484" cy="137286"/>
              <a:chOff x="9405783" y="9360217"/>
              <a:chExt cx="297484" cy="137286"/>
            </a:xfrm>
          </p:grpSpPr>
          <p:sp>
            <p:nvSpPr>
              <p:cNvPr id="1089" name="Rechteck: abgerundete Ecken 1088">
                <a:extLst>
                  <a:ext uri="{FF2B5EF4-FFF2-40B4-BE49-F238E27FC236}">
                    <a16:creationId xmlns:a16="http://schemas.microsoft.com/office/drawing/2014/main" id="{3E8026BE-77F0-1848-AA1B-0697D6DBFF64}"/>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90" name="Picture 6">
                <a:extLst>
                  <a:ext uri="{FF2B5EF4-FFF2-40B4-BE49-F238E27FC236}">
                    <a16:creationId xmlns:a16="http://schemas.microsoft.com/office/drawing/2014/main" id="{8C3182A6-967B-796D-510A-BDC98EB2CC0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91" name="Gruppieren 1090">
              <a:extLst>
                <a:ext uri="{FF2B5EF4-FFF2-40B4-BE49-F238E27FC236}">
                  <a16:creationId xmlns:a16="http://schemas.microsoft.com/office/drawing/2014/main" id="{319FC855-88CC-E5D1-EB3B-DEA0DE89DF1B}"/>
                </a:ext>
              </a:extLst>
            </p:cNvPr>
            <p:cNvGrpSpPr/>
            <p:nvPr/>
          </p:nvGrpSpPr>
          <p:grpSpPr>
            <a:xfrm>
              <a:off x="9185391" y="7054103"/>
              <a:ext cx="297484" cy="137286"/>
              <a:chOff x="9405783" y="9360217"/>
              <a:chExt cx="297484" cy="137286"/>
            </a:xfrm>
          </p:grpSpPr>
          <p:sp>
            <p:nvSpPr>
              <p:cNvPr id="1092" name="Rechteck: abgerundete Ecken 1091">
                <a:extLst>
                  <a:ext uri="{FF2B5EF4-FFF2-40B4-BE49-F238E27FC236}">
                    <a16:creationId xmlns:a16="http://schemas.microsoft.com/office/drawing/2014/main" id="{F926DC2C-BE29-4AE2-F4E8-F683ACD70F10}"/>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93" name="Picture 6">
                <a:extLst>
                  <a:ext uri="{FF2B5EF4-FFF2-40B4-BE49-F238E27FC236}">
                    <a16:creationId xmlns:a16="http://schemas.microsoft.com/office/drawing/2014/main" id="{6B97EE4E-537A-BE3C-7935-C5320BA529F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94" name="Gruppieren 1093">
              <a:extLst>
                <a:ext uri="{FF2B5EF4-FFF2-40B4-BE49-F238E27FC236}">
                  <a16:creationId xmlns:a16="http://schemas.microsoft.com/office/drawing/2014/main" id="{BB74C166-A93D-5D6A-3159-C42DEFDE742D}"/>
                </a:ext>
              </a:extLst>
            </p:cNvPr>
            <p:cNvGrpSpPr/>
            <p:nvPr/>
          </p:nvGrpSpPr>
          <p:grpSpPr>
            <a:xfrm>
              <a:off x="9185391" y="7276815"/>
              <a:ext cx="297484" cy="137286"/>
              <a:chOff x="9405783" y="9360217"/>
              <a:chExt cx="297484" cy="137286"/>
            </a:xfrm>
          </p:grpSpPr>
          <p:sp>
            <p:nvSpPr>
              <p:cNvPr id="1095" name="Rechteck: abgerundete Ecken 1094">
                <a:extLst>
                  <a:ext uri="{FF2B5EF4-FFF2-40B4-BE49-F238E27FC236}">
                    <a16:creationId xmlns:a16="http://schemas.microsoft.com/office/drawing/2014/main" id="{5757882D-DC2B-9525-3E5C-241F669E3179}"/>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96" name="Picture 6">
                <a:extLst>
                  <a:ext uri="{FF2B5EF4-FFF2-40B4-BE49-F238E27FC236}">
                    <a16:creationId xmlns:a16="http://schemas.microsoft.com/office/drawing/2014/main" id="{F134FA26-488E-57A3-9BD9-E92EAEAC52D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097" name="Gruppieren 1096">
              <a:extLst>
                <a:ext uri="{FF2B5EF4-FFF2-40B4-BE49-F238E27FC236}">
                  <a16:creationId xmlns:a16="http://schemas.microsoft.com/office/drawing/2014/main" id="{746ECAFA-BF72-E033-B1E4-D362671F1799}"/>
                </a:ext>
              </a:extLst>
            </p:cNvPr>
            <p:cNvGrpSpPr/>
            <p:nvPr/>
          </p:nvGrpSpPr>
          <p:grpSpPr>
            <a:xfrm>
              <a:off x="9185391" y="7499527"/>
              <a:ext cx="297484" cy="137286"/>
              <a:chOff x="9405783" y="9360217"/>
              <a:chExt cx="297484" cy="137286"/>
            </a:xfrm>
          </p:grpSpPr>
          <p:sp>
            <p:nvSpPr>
              <p:cNvPr id="1098" name="Rechteck: abgerundete Ecken 1097">
                <a:extLst>
                  <a:ext uri="{FF2B5EF4-FFF2-40B4-BE49-F238E27FC236}">
                    <a16:creationId xmlns:a16="http://schemas.microsoft.com/office/drawing/2014/main" id="{26B2A096-652A-F83A-B887-CFC28F936841}"/>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099" name="Picture 6">
                <a:extLst>
                  <a:ext uri="{FF2B5EF4-FFF2-40B4-BE49-F238E27FC236}">
                    <a16:creationId xmlns:a16="http://schemas.microsoft.com/office/drawing/2014/main" id="{16B88E88-C512-F6AB-3FBB-022634CFA40C}"/>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00" name="Gruppieren 1099">
              <a:extLst>
                <a:ext uri="{FF2B5EF4-FFF2-40B4-BE49-F238E27FC236}">
                  <a16:creationId xmlns:a16="http://schemas.microsoft.com/office/drawing/2014/main" id="{A0769192-30CC-E4D4-4517-63042AE9E13A}"/>
                </a:ext>
              </a:extLst>
            </p:cNvPr>
            <p:cNvGrpSpPr/>
            <p:nvPr/>
          </p:nvGrpSpPr>
          <p:grpSpPr>
            <a:xfrm>
              <a:off x="9185391" y="7722239"/>
              <a:ext cx="297484" cy="137286"/>
              <a:chOff x="9405783" y="9360217"/>
              <a:chExt cx="297484" cy="137286"/>
            </a:xfrm>
          </p:grpSpPr>
          <p:sp>
            <p:nvSpPr>
              <p:cNvPr id="1101" name="Rechteck: abgerundete Ecken 1100">
                <a:extLst>
                  <a:ext uri="{FF2B5EF4-FFF2-40B4-BE49-F238E27FC236}">
                    <a16:creationId xmlns:a16="http://schemas.microsoft.com/office/drawing/2014/main" id="{1E7316F7-1926-6222-7E88-BE8088BD35FB}"/>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02" name="Picture 6">
                <a:extLst>
                  <a:ext uri="{FF2B5EF4-FFF2-40B4-BE49-F238E27FC236}">
                    <a16:creationId xmlns:a16="http://schemas.microsoft.com/office/drawing/2014/main" id="{A4EA7DB1-20F8-EC12-7371-A79EE839C03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03" name="Gruppieren 1102">
              <a:extLst>
                <a:ext uri="{FF2B5EF4-FFF2-40B4-BE49-F238E27FC236}">
                  <a16:creationId xmlns:a16="http://schemas.microsoft.com/office/drawing/2014/main" id="{E88ED30D-4738-7451-878A-290A4DA71F01}"/>
                </a:ext>
              </a:extLst>
            </p:cNvPr>
            <p:cNvGrpSpPr/>
            <p:nvPr/>
          </p:nvGrpSpPr>
          <p:grpSpPr>
            <a:xfrm>
              <a:off x="9185391" y="7944951"/>
              <a:ext cx="297484" cy="137286"/>
              <a:chOff x="9405783" y="9360217"/>
              <a:chExt cx="297484" cy="137286"/>
            </a:xfrm>
          </p:grpSpPr>
          <p:sp>
            <p:nvSpPr>
              <p:cNvPr id="1104" name="Rechteck: abgerundete Ecken 1103">
                <a:extLst>
                  <a:ext uri="{FF2B5EF4-FFF2-40B4-BE49-F238E27FC236}">
                    <a16:creationId xmlns:a16="http://schemas.microsoft.com/office/drawing/2014/main" id="{FCB14448-1DE4-7382-AA39-061761A5099A}"/>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05" name="Picture 6">
                <a:extLst>
                  <a:ext uri="{FF2B5EF4-FFF2-40B4-BE49-F238E27FC236}">
                    <a16:creationId xmlns:a16="http://schemas.microsoft.com/office/drawing/2014/main" id="{46CE1FEE-429E-BD34-1AD9-F58AE380FE3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06" name="Gruppieren 1105">
              <a:extLst>
                <a:ext uri="{FF2B5EF4-FFF2-40B4-BE49-F238E27FC236}">
                  <a16:creationId xmlns:a16="http://schemas.microsoft.com/office/drawing/2014/main" id="{5C757B1D-4F31-7091-8788-492B1D5B7E54}"/>
                </a:ext>
              </a:extLst>
            </p:cNvPr>
            <p:cNvGrpSpPr/>
            <p:nvPr/>
          </p:nvGrpSpPr>
          <p:grpSpPr>
            <a:xfrm>
              <a:off x="9185391" y="8167663"/>
              <a:ext cx="297484" cy="137286"/>
              <a:chOff x="9405783" y="9360217"/>
              <a:chExt cx="297484" cy="137286"/>
            </a:xfrm>
          </p:grpSpPr>
          <p:sp>
            <p:nvSpPr>
              <p:cNvPr id="1107" name="Rechteck: abgerundete Ecken 1106">
                <a:extLst>
                  <a:ext uri="{FF2B5EF4-FFF2-40B4-BE49-F238E27FC236}">
                    <a16:creationId xmlns:a16="http://schemas.microsoft.com/office/drawing/2014/main" id="{B591C324-EE0A-BBA0-9512-E7F1188D7F7A}"/>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08" name="Picture 6">
                <a:extLst>
                  <a:ext uri="{FF2B5EF4-FFF2-40B4-BE49-F238E27FC236}">
                    <a16:creationId xmlns:a16="http://schemas.microsoft.com/office/drawing/2014/main" id="{41F9993A-D556-697E-2FD4-591BF866FA6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09" name="Gruppieren 1108">
              <a:extLst>
                <a:ext uri="{FF2B5EF4-FFF2-40B4-BE49-F238E27FC236}">
                  <a16:creationId xmlns:a16="http://schemas.microsoft.com/office/drawing/2014/main" id="{5C0E4B0C-6262-3C9E-5519-A989380D8251}"/>
                </a:ext>
              </a:extLst>
            </p:cNvPr>
            <p:cNvGrpSpPr/>
            <p:nvPr/>
          </p:nvGrpSpPr>
          <p:grpSpPr>
            <a:xfrm>
              <a:off x="9185391" y="8390375"/>
              <a:ext cx="297484" cy="137286"/>
              <a:chOff x="9405783" y="9360217"/>
              <a:chExt cx="297484" cy="137286"/>
            </a:xfrm>
          </p:grpSpPr>
          <p:sp>
            <p:nvSpPr>
              <p:cNvPr id="1110" name="Rechteck: abgerundete Ecken 1109">
                <a:extLst>
                  <a:ext uri="{FF2B5EF4-FFF2-40B4-BE49-F238E27FC236}">
                    <a16:creationId xmlns:a16="http://schemas.microsoft.com/office/drawing/2014/main" id="{BDEA8572-FE73-B377-E009-1E3D12D3F037}"/>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11" name="Picture 6">
                <a:extLst>
                  <a:ext uri="{FF2B5EF4-FFF2-40B4-BE49-F238E27FC236}">
                    <a16:creationId xmlns:a16="http://schemas.microsoft.com/office/drawing/2014/main" id="{FA35F8D3-9B6F-7FF2-0EAB-86D0D10CB49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12" name="Gruppieren 1111">
              <a:extLst>
                <a:ext uri="{FF2B5EF4-FFF2-40B4-BE49-F238E27FC236}">
                  <a16:creationId xmlns:a16="http://schemas.microsoft.com/office/drawing/2014/main" id="{1A0A59F0-8572-EF76-280C-09D2E61FCCE0}"/>
                </a:ext>
              </a:extLst>
            </p:cNvPr>
            <p:cNvGrpSpPr/>
            <p:nvPr/>
          </p:nvGrpSpPr>
          <p:grpSpPr>
            <a:xfrm>
              <a:off x="9185391" y="8613087"/>
              <a:ext cx="297484" cy="137286"/>
              <a:chOff x="9405783" y="9360217"/>
              <a:chExt cx="297484" cy="137286"/>
            </a:xfrm>
          </p:grpSpPr>
          <p:sp>
            <p:nvSpPr>
              <p:cNvPr id="1113" name="Rechteck: abgerundete Ecken 1112">
                <a:extLst>
                  <a:ext uri="{FF2B5EF4-FFF2-40B4-BE49-F238E27FC236}">
                    <a16:creationId xmlns:a16="http://schemas.microsoft.com/office/drawing/2014/main" id="{A8801A25-6233-CD52-BA21-DB7486BF7189}"/>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14" name="Picture 6">
                <a:extLst>
                  <a:ext uri="{FF2B5EF4-FFF2-40B4-BE49-F238E27FC236}">
                    <a16:creationId xmlns:a16="http://schemas.microsoft.com/office/drawing/2014/main" id="{95BFB773-7C1E-D713-E40C-1A0BAF1DBF91}"/>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15" name="Gruppieren 1114">
              <a:extLst>
                <a:ext uri="{FF2B5EF4-FFF2-40B4-BE49-F238E27FC236}">
                  <a16:creationId xmlns:a16="http://schemas.microsoft.com/office/drawing/2014/main" id="{B2C30AC8-015E-62B7-7ACE-E5888A76A7A8}"/>
                </a:ext>
              </a:extLst>
            </p:cNvPr>
            <p:cNvGrpSpPr/>
            <p:nvPr/>
          </p:nvGrpSpPr>
          <p:grpSpPr>
            <a:xfrm>
              <a:off x="9185391" y="8835799"/>
              <a:ext cx="297484" cy="137286"/>
              <a:chOff x="9405783" y="9360217"/>
              <a:chExt cx="297484" cy="137286"/>
            </a:xfrm>
          </p:grpSpPr>
          <p:sp>
            <p:nvSpPr>
              <p:cNvPr id="1116" name="Rechteck: abgerundete Ecken 1115">
                <a:extLst>
                  <a:ext uri="{FF2B5EF4-FFF2-40B4-BE49-F238E27FC236}">
                    <a16:creationId xmlns:a16="http://schemas.microsoft.com/office/drawing/2014/main" id="{C06404A5-71FC-4427-6B5A-FBD0652BE37E}"/>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17" name="Picture 6">
                <a:extLst>
                  <a:ext uri="{FF2B5EF4-FFF2-40B4-BE49-F238E27FC236}">
                    <a16:creationId xmlns:a16="http://schemas.microsoft.com/office/drawing/2014/main" id="{D7CAA43A-77BB-309B-1CBF-368133E94D92}"/>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18" name="Gruppieren 1117">
              <a:extLst>
                <a:ext uri="{FF2B5EF4-FFF2-40B4-BE49-F238E27FC236}">
                  <a16:creationId xmlns:a16="http://schemas.microsoft.com/office/drawing/2014/main" id="{CBA7A2F3-CD20-FC0D-9525-F7E3B48C9981}"/>
                </a:ext>
              </a:extLst>
            </p:cNvPr>
            <p:cNvGrpSpPr/>
            <p:nvPr/>
          </p:nvGrpSpPr>
          <p:grpSpPr>
            <a:xfrm>
              <a:off x="9185391" y="9058511"/>
              <a:ext cx="297484" cy="137286"/>
              <a:chOff x="9405783" y="9360217"/>
              <a:chExt cx="297484" cy="137286"/>
            </a:xfrm>
          </p:grpSpPr>
          <p:sp>
            <p:nvSpPr>
              <p:cNvPr id="1119" name="Rechteck: abgerundete Ecken 1118">
                <a:extLst>
                  <a:ext uri="{FF2B5EF4-FFF2-40B4-BE49-F238E27FC236}">
                    <a16:creationId xmlns:a16="http://schemas.microsoft.com/office/drawing/2014/main" id="{9E4554C3-97CF-92AC-AA09-56D8114A7990}"/>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20" name="Picture 6">
                <a:extLst>
                  <a:ext uri="{FF2B5EF4-FFF2-40B4-BE49-F238E27FC236}">
                    <a16:creationId xmlns:a16="http://schemas.microsoft.com/office/drawing/2014/main" id="{0D2D5863-50DB-6C3D-B170-5EDE361F742A}"/>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21" name="Gruppieren 1120">
              <a:extLst>
                <a:ext uri="{FF2B5EF4-FFF2-40B4-BE49-F238E27FC236}">
                  <a16:creationId xmlns:a16="http://schemas.microsoft.com/office/drawing/2014/main" id="{60459D4B-C7DD-A5BD-B2F7-904CFED99EE3}"/>
                </a:ext>
              </a:extLst>
            </p:cNvPr>
            <p:cNvGrpSpPr/>
            <p:nvPr/>
          </p:nvGrpSpPr>
          <p:grpSpPr>
            <a:xfrm>
              <a:off x="9185391" y="9281223"/>
              <a:ext cx="297484" cy="137286"/>
              <a:chOff x="9405783" y="9360217"/>
              <a:chExt cx="297484" cy="137286"/>
            </a:xfrm>
          </p:grpSpPr>
          <p:sp>
            <p:nvSpPr>
              <p:cNvPr id="1122" name="Rechteck: abgerundete Ecken 1121">
                <a:extLst>
                  <a:ext uri="{FF2B5EF4-FFF2-40B4-BE49-F238E27FC236}">
                    <a16:creationId xmlns:a16="http://schemas.microsoft.com/office/drawing/2014/main" id="{DCD1920F-0967-F32C-311C-B7863C4EABC1}"/>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23" name="Picture 6">
                <a:extLst>
                  <a:ext uri="{FF2B5EF4-FFF2-40B4-BE49-F238E27FC236}">
                    <a16:creationId xmlns:a16="http://schemas.microsoft.com/office/drawing/2014/main" id="{13F70148-3B6C-F55D-719B-6115F228CF8A}"/>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nvGrpSpPr>
            <p:cNvPr id="1124" name="Gruppieren 1123">
              <a:extLst>
                <a:ext uri="{FF2B5EF4-FFF2-40B4-BE49-F238E27FC236}">
                  <a16:creationId xmlns:a16="http://schemas.microsoft.com/office/drawing/2014/main" id="{C1D7E8BF-6E28-CC3F-CDF1-A39C89FF128C}"/>
                </a:ext>
              </a:extLst>
            </p:cNvPr>
            <p:cNvGrpSpPr/>
            <p:nvPr/>
          </p:nvGrpSpPr>
          <p:grpSpPr>
            <a:xfrm>
              <a:off x="9185391" y="9503931"/>
              <a:ext cx="297484" cy="137286"/>
              <a:chOff x="9405783" y="9360217"/>
              <a:chExt cx="297484" cy="137286"/>
            </a:xfrm>
          </p:grpSpPr>
          <p:sp>
            <p:nvSpPr>
              <p:cNvPr id="1125" name="Rechteck: abgerundete Ecken 1124">
                <a:extLst>
                  <a:ext uri="{FF2B5EF4-FFF2-40B4-BE49-F238E27FC236}">
                    <a16:creationId xmlns:a16="http://schemas.microsoft.com/office/drawing/2014/main" id="{12E1750F-0F4F-832E-42B5-CAB617378543}"/>
                  </a:ext>
                </a:extLst>
              </p:cNvPr>
              <p:cNvSpPr/>
              <p:nvPr/>
            </p:nvSpPr>
            <p:spPr>
              <a:xfrm>
                <a:off x="9405783" y="936021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126" name="Picture 6">
                <a:extLst>
                  <a:ext uri="{FF2B5EF4-FFF2-40B4-BE49-F238E27FC236}">
                    <a16:creationId xmlns:a16="http://schemas.microsoft.com/office/drawing/2014/main" id="{2B4F75AF-F79B-8ABC-680A-873C9514A79C}"/>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68387" y="9361811"/>
                <a:ext cx="123912" cy="123912"/>
              </a:xfrm>
              <a:prstGeom prst="rect">
                <a:avLst/>
              </a:prstGeom>
            </p:spPr>
          </p:pic>
        </p:grpSp>
      </p:grpSp>
      <p:sp>
        <p:nvSpPr>
          <p:cNvPr id="1136" name="Rechteck: abgerundete Ecken 1135">
            <a:extLst>
              <a:ext uri="{FF2B5EF4-FFF2-40B4-BE49-F238E27FC236}">
                <a16:creationId xmlns:a16="http://schemas.microsoft.com/office/drawing/2014/main" id="{FF1D9517-C0EA-AB7D-287C-FBDB6CAE6E32}"/>
              </a:ext>
            </a:extLst>
          </p:cNvPr>
          <p:cNvSpPr/>
          <p:nvPr/>
        </p:nvSpPr>
        <p:spPr>
          <a:xfrm rot="16200000">
            <a:off x="-5202503" y="483918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1222" name="Picture 62">
            <a:extLst>
              <a:ext uri="{FF2B5EF4-FFF2-40B4-BE49-F238E27FC236}">
                <a16:creationId xmlns:a16="http://schemas.microsoft.com/office/drawing/2014/main" id="{F648B1E4-D9A8-3904-22E3-D2737B6CFC71}"/>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139037" y="3425994"/>
            <a:ext cx="240396" cy="240396"/>
          </a:xfrm>
          <a:prstGeom prst="rect">
            <a:avLst/>
          </a:prstGeom>
        </p:spPr>
      </p:pic>
      <p:sp>
        <p:nvSpPr>
          <p:cNvPr id="1223" name="Freihandform: Form 1222">
            <a:extLst>
              <a:ext uri="{FF2B5EF4-FFF2-40B4-BE49-F238E27FC236}">
                <a16:creationId xmlns:a16="http://schemas.microsoft.com/office/drawing/2014/main" id="{0DFBF7E6-27E3-6FB5-8543-966F258209C0}"/>
              </a:ext>
            </a:extLst>
          </p:cNvPr>
          <p:cNvSpPr/>
          <p:nvPr/>
        </p:nvSpPr>
        <p:spPr>
          <a:xfrm>
            <a:off x="-3102279" y="3443235"/>
            <a:ext cx="171450" cy="205740"/>
          </a:xfrm>
          <a:custGeom>
            <a:avLst/>
            <a:gdLst>
              <a:gd name="csX0" fmla="*/ 0 w 171450"/>
              <a:gd name="csY0" fmla="*/ 152400 h 205740"/>
              <a:gd name="csX1" fmla="*/ 102870 w 171450"/>
              <a:gd name="csY1" fmla="*/ 0 h 205740"/>
              <a:gd name="csX2" fmla="*/ 152400 w 171450"/>
              <a:gd name="csY2" fmla="*/ 0 h 205740"/>
              <a:gd name="csX3" fmla="*/ 171450 w 171450"/>
              <a:gd name="csY3" fmla="*/ 38100 h 205740"/>
              <a:gd name="csX4" fmla="*/ 55245 w 171450"/>
              <a:gd name="csY4" fmla="*/ 205740 h 205740"/>
              <a:gd name="csX5" fmla="*/ 19050 w 171450"/>
              <a:gd name="csY5" fmla="*/ 205740 h 205740"/>
              <a:gd name="csX6" fmla="*/ 0 w 171450"/>
              <a:gd name="csY6" fmla="*/ 152400 h 2057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1450" h="205740">
                <a:moveTo>
                  <a:pt x="0" y="152400"/>
                </a:moveTo>
                <a:lnTo>
                  <a:pt x="102870" y="0"/>
                </a:lnTo>
                <a:lnTo>
                  <a:pt x="152400" y="0"/>
                </a:lnTo>
                <a:lnTo>
                  <a:pt x="171450" y="38100"/>
                </a:lnTo>
                <a:lnTo>
                  <a:pt x="55245" y="205740"/>
                </a:lnTo>
                <a:lnTo>
                  <a:pt x="19050" y="205740"/>
                </a:lnTo>
                <a:lnTo>
                  <a:pt x="0" y="152400"/>
                </a:lnTo>
                <a:close/>
              </a:path>
            </a:pathLst>
          </a:custGeom>
          <a:solidFill>
            <a:srgbClr val="FF0000"/>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 name="Picture 62">
            <a:extLst>
              <a:ext uri="{FF2B5EF4-FFF2-40B4-BE49-F238E27FC236}">
                <a16:creationId xmlns:a16="http://schemas.microsoft.com/office/drawing/2014/main" id="{A235D3B8-B71A-EF79-6361-52F90911E4A6}"/>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882936" y="9412577"/>
            <a:ext cx="240396" cy="240396"/>
          </a:xfrm>
          <a:prstGeom prst="rect">
            <a:avLst/>
          </a:prstGeom>
        </p:spPr>
      </p:pic>
      <p:grpSp>
        <p:nvGrpSpPr>
          <p:cNvPr id="1180" name="Gruppieren 1179">
            <a:extLst>
              <a:ext uri="{FF2B5EF4-FFF2-40B4-BE49-F238E27FC236}">
                <a16:creationId xmlns:a16="http://schemas.microsoft.com/office/drawing/2014/main" id="{2E5DB9FF-3E6C-2523-C6D7-E942959E01E7}"/>
              </a:ext>
            </a:extLst>
          </p:cNvPr>
          <p:cNvGrpSpPr/>
          <p:nvPr/>
        </p:nvGrpSpPr>
        <p:grpSpPr>
          <a:xfrm>
            <a:off x="11637112" y="6083432"/>
            <a:ext cx="439691" cy="202913"/>
            <a:chOff x="9302708" y="2064168"/>
            <a:chExt cx="439691" cy="202913"/>
          </a:xfrm>
        </p:grpSpPr>
        <p:sp>
          <p:nvSpPr>
            <p:cNvPr id="1181" name="Rechteck: abgerundete Ecken 1180">
              <a:extLst>
                <a:ext uri="{FF2B5EF4-FFF2-40B4-BE49-F238E27FC236}">
                  <a16:creationId xmlns:a16="http://schemas.microsoft.com/office/drawing/2014/main" id="{1825DBCD-F069-E7BA-99C4-E4485B86027D}"/>
                </a:ext>
              </a:extLst>
            </p:cNvPr>
            <p:cNvSpPr/>
            <p:nvPr/>
          </p:nvSpPr>
          <p:spPr>
            <a:xfrm>
              <a:off x="9302708" y="206416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82" name="Grafik 121" descr="Strommast mit einfarbiger Füllung">
              <a:extLst>
                <a:ext uri="{FF2B5EF4-FFF2-40B4-BE49-F238E27FC236}">
                  <a16:creationId xmlns:a16="http://schemas.microsoft.com/office/drawing/2014/main" id="{431E9041-3F2F-CC71-DEAA-8B8FE2DB8B0F}"/>
                </a:ext>
              </a:extLst>
            </p:cNvPr>
            <p:cNvSpPr/>
            <p:nvPr/>
          </p:nvSpPr>
          <p:spPr>
            <a:xfrm>
              <a:off x="9533755" y="209176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83" name="Gruppieren 1182">
            <a:extLst>
              <a:ext uri="{FF2B5EF4-FFF2-40B4-BE49-F238E27FC236}">
                <a16:creationId xmlns:a16="http://schemas.microsoft.com/office/drawing/2014/main" id="{251A80B5-683B-8CD9-28E5-C0EABA962351}"/>
              </a:ext>
            </a:extLst>
          </p:cNvPr>
          <p:cNvGrpSpPr/>
          <p:nvPr/>
        </p:nvGrpSpPr>
        <p:grpSpPr>
          <a:xfrm>
            <a:off x="11637112" y="6430874"/>
            <a:ext cx="439691" cy="202913"/>
            <a:chOff x="9302708" y="2411610"/>
            <a:chExt cx="439691" cy="202913"/>
          </a:xfrm>
        </p:grpSpPr>
        <p:sp>
          <p:nvSpPr>
            <p:cNvPr id="1184" name="Rechteck: abgerundete Ecken 1183">
              <a:extLst>
                <a:ext uri="{FF2B5EF4-FFF2-40B4-BE49-F238E27FC236}">
                  <a16:creationId xmlns:a16="http://schemas.microsoft.com/office/drawing/2014/main" id="{6E50DE44-50F0-C19B-4AFD-052DA4012F38}"/>
                </a:ext>
              </a:extLst>
            </p:cNvPr>
            <p:cNvSpPr/>
            <p:nvPr/>
          </p:nvSpPr>
          <p:spPr>
            <a:xfrm>
              <a:off x="9302708" y="241161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85" name="Grafik 121" descr="Strommast mit einfarbiger Füllung">
              <a:extLst>
                <a:ext uri="{FF2B5EF4-FFF2-40B4-BE49-F238E27FC236}">
                  <a16:creationId xmlns:a16="http://schemas.microsoft.com/office/drawing/2014/main" id="{6AE7776D-15C2-2E53-EE25-970469FE1A57}"/>
                </a:ext>
              </a:extLst>
            </p:cNvPr>
            <p:cNvSpPr/>
            <p:nvPr/>
          </p:nvSpPr>
          <p:spPr>
            <a:xfrm>
              <a:off x="9533755" y="243920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86" name="Gruppieren 1185">
            <a:extLst>
              <a:ext uri="{FF2B5EF4-FFF2-40B4-BE49-F238E27FC236}">
                <a16:creationId xmlns:a16="http://schemas.microsoft.com/office/drawing/2014/main" id="{7C01F8A2-AD29-6E7A-44D4-EE22368B7D2C}"/>
              </a:ext>
            </a:extLst>
          </p:cNvPr>
          <p:cNvGrpSpPr/>
          <p:nvPr/>
        </p:nvGrpSpPr>
        <p:grpSpPr>
          <a:xfrm>
            <a:off x="11637112" y="6778316"/>
            <a:ext cx="439691" cy="202913"/>
            <a:chOff x="9302708" y="2759052"/>
            <a:chExt cx="439691" cy="202913"/>
          </a:xfrm>
        </p:grpSpPr>
        <p:sp>
          <p:nvSpPr>
            <p:cNvPr id="1187" name="Rechteck: abgerundete Ecken 1186">
              <a:extLst>
                <a:ext uri="{FF2B5EF4-FFF2-40B4-BE49-F238E27FC236}">
                  <a16:creationId xmlns:a16="http://schemas.microsoft.com/office/drawing/2014/main" id="{C8CBFEEF-5706-F004-BECF-68401AADFFCA}"/>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88" name="Grafik 121" descr="Strommast mit einfarbiger Füllung">
              <a:extLst>
                <a:ext uri="{FF2B5EF4-FFF2-40B4-BE49-F238E27FC236}">
                  <a16:creationId xmlns:a16="http://schemas.microsoft.com/office/drawing/2014/main" id="{D062337A-AB19-CAD7-A660-99FD002AA69B}"/>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89" name="Gruppieren 1188">
            <a:extLst>
              <a:ext uri="{FF2B5EF4-FFF2-40B4-BE49-F238E27FC236}">
                <a16:creationId xmlns:a16="http://schemas.microsoft.com/office/drawing/2014/main" id="{36B37242-AE70-8A07-D8F7-63C86348ECBE}"/>
              </a:ext>
            </a:extLst>
          </p:cNvPr>
          <p:cNvGrpSpPr/>
          <p:nvPr/>
        </p:nvGrpSpPr>
        <p:grpSpPr>
          <a:xfrm>
            <a:off x="11637112" y="7125758"/>
            <a:ext cx="439691" cy="202913"/>
            <a:chOff x="9302708" y="3106494"/>
            <a:chExt cx="439691" cy="202913"/>
          </a:xfrm>
        </p:grpSpPr>
        <p:sp>
          <p:nvSpPr>
            <p:cNvPr id="1190" name="Rechteck: abgerundete Ecken 1189">
              <a:extLst>
                <a:ext uri="{FF2B5EF4-FFF2-40B4-BE49-F238E27FC236}">
                  <a16:creationId xmlns:a16="http://schemas.microsoft.com/office/drawing/2014/main" id="{B87D00FC-AC58-00A9-D6AF-6C3877B601FF}"/>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91" name="Grafik 121" descr="Strommast mit einfarbiger Füllung">
              <a:extLst>
                <a:ext uri="{FF2B5EF4-FFF2-40B4-BE49-F238E27FC236}">
                  <a16:creationId xmlns:a16="http://schemas.microsoft.com/office/drawing/2014/main" id="{83C6847F-7145-52FF-DC51-002BFA26D810}"/>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92" name="Gruppieren 1191">
            <a:extLst>
              <a:ext uri="{FF2B5EF4-FFF2-40B4-BE49-F238E27FC236}">
                <a16:creationId xmlns:a16="http://schemas.microsoft.com/office/drawing/2014/main" id="{C8BB48C7-5DE8-9323-75AB-AAE5691A48A0}"/>
              </a:ext>
            </a:extLst>
          </p:cNvPr>
          <p:cNvGrpSpPr/>
          <p:nvPr/>
        </p:nvGrpSpPr>
        <p:grpSpPr>
          <a:xfrm>
            <a:off x="11637112" y="7473200"/>
            <a:ext cx="439691" cy="202913"/>
            <a:chOff x="9302708" y="3453936"/>
            <a:chExt cx="439691" cy="202913"/>
          </a:xfrm>
        </p:grpSpPr>
        <p:sp>
          <p:nvSpPr>
            <p:cNvPr id="1193" name="Rechteck: abgerundete Ecken 1192">
              <a:extLst>
                <a:ext uri="{FF2B5EF4-FFF2-40B4-BE49-F238E27FC236}">
                  <a16:creationId xmlns:a16="http://schemas.microsoft.com/office/drawing/2014/main" id="{F42E3863-0E67-FD24-D87C-CB5A619912E5}"/>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94" name="Grafik 121" descr="Strommast mit einfarbiger Füllung">
              <a:extLst>
                <a:ext uri="{FF2B5EF4-FFF2-40B4-BE49-F238E27FC236}">
                  <a16:creationId xmlns:a16="http://schemas.microsoft.com/office/drawing/2014/main" id="{24802495-2F46-4E44-4234-4E5C51022B84}"/>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95" name="Gruppieren 1194">
            <a:extLst>
              <a:ext uri="{FF2B5EF4-FFF2-40B4-BE49-F238E27FC236}">
                <a16:creationId xmlns:a16="http://schemas.microsoft.com/office/drawing/2014/main" id="{813A651F-2252-D439-6F0D-1F30C51682C7}"/>
              </a:ext>
            </a:extLst>
          </p:cNvPr>
          <p:cNvGrpSpPr/>
          <p:nvPr/>
        </p:nvGrpSpPr>
        <p:grpSpPr>
          <a:xfrm>
            <a:off x="11637112" y="7820642"/>
            <a:ext cx="439691" cy="202913"/>
            <a:chOff x="9302708" y="3801378"/>
            <a:chExt cx="439691" cy="202913"/>
          </a:xfrm>
        </p:grpSpPr>
        <p:sp>
          <p:nvSpPr>
            <p:cNvPr id="1196" name="Rechteck: abgerundete Ecken 1195">
              <a:extLst>
                <a:ext uri="{FF2B5EF4-FFF2-40B4-BE49-F238E27FC236}">
                  <a16:creationId xmlns:a16="http://schemas.microsoft.com/office/drawing/2014/main" id="{03469045-B15A-0B5A-67BA-8DD39687F06B}"/>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197" name="Grafik 121" descr="Strommast mit einfarbiger Füllung">
              <a:extLst>
                <a:ext uri="{FF2B5EF4-FFF2-40B4-BE49-F238E27FC236}">
                  <a16:creationId xmlns:a16="http://schemas.microsoft.com/office/drawing/2014/main" id="{55BBB29D-F80E-1250-D8B3-E997E487DDD9}"/>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198" name="Gruppieren 1197">
            <a:extLst>
              <a:ext uri="{FF2B5EF4-FFF2-40B4-BE49-F238E27FC236}">
                <a16:creationId xmlns:a16="http://schemas.microsoft.com/office/drawing/2014/main" id="{CB3F59FD-6A22-4194-EEF4-9447B0D2C695}"/>
              </a:ext>
            </a:extLst>
          </p:cNvPr>
          <p:cNvGrpSpPr/>
          <p:nvPr/>
        </p:nvGrpSpPr>
        <p:grpSpPr>
          <a:xfrm>
            <a:off x="11637112" y="8168084"/>
            <a:ext cx="439691" cy="202913"/>
            <a:chOff x="9302708" y="4148820"/>
            <a:chExt cx="439691" cy="202913"/>
          </a:xfrm>
        </p:grpSpPr>
        <p:sp>
          <p:nvSpPr>
            <p:cNvPr id="1199" name="Rechteck: abgerundete Ecken 1198">
              <a:extLst>
                <a:ext uri="{FF2B5EF4-FFF2-40B4-BE49-F238E27FC236}">
                  <a16:creationId xmlns:a16="http://schemas.microsoft.com/office/drawing/2014/main" id="{2C2BCB53-3F02-CAE9-4DAE-1E38B73E2996}"/>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00" name="Grafik 121" descr="Strommast mit einfarbiger Füllung">
              <a:extLst>
                <a:ext uri="{FF2B5EF4-FFF2-40B4-BE49-F238E27FC236}">
                  <a16:creationId xmlns:a16="http://schemas.microsoft.com/office/drawing/2014/main" id="{DC7392CF-BD12-F9E0-EB59-B7CD2456CF5E}"/>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201" name="Gruppieren 1200">
            <a:extLst>
              <a:ext uri="{FF2B5EF4-FFF2-40B4-BE49-F238E27FC236}">
                <a16:creationId xmlns:a16="http://schemas.microsoft.com/office/drawing/2014/main" id="{C3663519-FBC5-2B93-2B44-7A35ACD5C3C6}"/>
              </a:ext>
            </a:extLst>
          </p:cNvPr>
          <p:cNvGrpSpPr/>
          <p:nvPr/>
        </p:nvGrpSpPr>
        <p:grpSpPr>
          <a:xfrm>
            <a:off x="11637112" y="8515526"/>
            <a:ext cx="439691" cy="202913"/>
            <a:chOff x="9302708" y="4496262"/>
            <a:chExt cx="439691" cy="202913"/>
          </a:xfrm>
        </p:grpSpPr>
        <p:sp>
          <p:nvSpPr>
            <p:cNvPr id="1202" name="Rechteck: abgerundete Ecken 1201">
              <a:extLst>
                <a:ext uri="{FF2B5EF4-FFF2-40B4-BE49-F238E27FC236}">
                  <a16:creationId xmlns:a16="http://schemas.microsoft.com/office/drawing/2014/main" id="{6D6326CB-1124-5864-2F8C-4780DE41D622}"/>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03" name="Grafik 121" descr="Strommast mit einfarbiger Füllung">
              <a:extLst>
                <a:ext uri="{FF2B5EF4-FFF2-40B4-BE49-F238E27FC236}">
                  <a16:creationId xmlns:a16="http://schemas.microsoft.com/office/drawing/2014/main" id="{18D98072-E251-4F7D-73F7-76C56D9BB4E4}"/>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204" name="Gruppieren 1203">
            <a:extLst>
              <a:ext uri="{FF2B5EF4-FFF2-40B4-BE49-F238E27FC236}">
                <a16:creationId xmlns:a16="http://schemas.microsoft.com/office/drawing/2014/main" id="{38376E0B-442F-86EF-A61B-8523913516B6}"/>
              </a:ext>
            </a:extLst>
          </p:cNvPr>
          <p:cNvGrpSpPr/>
          <p:nvPr/>
        </p:nvGrpSpPr>
        <p:grpSpPr>
          <a:xfrm>
            <a:off x="11637112" y="8862968"/>
            <a:ext cx="439691" cy="202913"/>
            <a:chOff x="9302708" y="4843704"/>
            <a:chExt cx="439691" cy="202913"/>
          </a:xfrm>
        </p:grpSpPr>
        <p:sp>
          <p:nvSpPr>
            <p:cNvPr id="1205" name="Rechteck: abgerundete Ecken 1204">
              <a:extLst>
                <a:ext uri="{FF2B5EF4-FFF2-40B4-BE49-F238E27FC236}">
                  <a16:creationId xmlns:a16="http://schemas.microsoft.com/office/drawing/2014/main" id="{82051AEA-D184-0EB3-6562-866821C9917B}"/>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06" name="Grafik 121" descr="Strommast mit einfarbiger Füllung">
              <a:extLst>
                <a:ext uri="{FF2B5EF4-FFF2-40B4-BE49-F238E27FC236}">
                  <a16:creationId xmlns:a16="http://schemas.microsoft.com/office/drawing/2014/main" id="{9A273287-ADDB-585A-52C9-EFB29D927A7B}"/>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207" name="Gruppieren 1206">
            <a:extLst>
              <a:ext uri="{FF2B5EF4-FFF2-40B4-BE49-F238E27FC236}">
                <a16:creationId xmlns:a16="http://schemas.microsoft.com/office/drawing/2014/main" id="{B062B5F2-1DD6-B691-095F-B32ABB7C1BC1}"/>
              </a:ext>
            </a:extLst>
          </p:cNvPr>
          <p:cNvGrpSpPr/>
          <p:nvPr/>
        </p:nvGrpSpPr>
        <p:grpSpPr>
          <a:xfrm>
            <a:off x="11637112" y="9210407"/>
            <a:ext cx="439691" cy="202913"/>
            <a:chOff x="9302708" y="5191143"/>
            <a:chExt cx="439691" cy="202913"/>
          </a:xfrm>
        </p:grpSpPr>
        <p:sp>
          <p:nvSpPr>
            <p:cNvPr id="1208" name="Rechteck: abgerundete Ecken 1207">
              <a:extLst>
                <a:ext uri="{FF2B5EF4-FFF2-40B4-BE49-F238E27FC236}">
                  <a16:creationId xmlns:a16="http://schemas.microsoft.com/office/drawing/2014/main" id="{01E5AFC4-F3BD-F7E7-0593-7FAEA690BC9D}"/>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09" name="Grafik 121" descr="Strommast mit einfarbiger Füllung">
              <a:extLst>
                <a:ext uri="{FF2B5EF4-FFF2-40B4-BE49-F238E27FC236}">
                  <a16:creationId xmlns:a16="http://schemas.microsoft.com/office/drawing/2014/main" id="{36308733-9164-1E0B-D3B1-05C0D264D7C5}"/>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aphicFrame>
        <p:nvGraphicFramePr>
          <p:cNvPr id="1210" name="Tabelle 1209">
            <a:extLst>
              <a:ext uri="{FF2B5EF4-FFF2-40B4-BE49-F238E27FC236}">
                <a16:creationId xmlns:a16="http://schemas.microsoft.com/office/drawing/2014/main" id="{5B52DFC0-261E-201F-0B2A-699473AAFC4F}"/>
              </a:ext>
            </a:extLst>
          </p:cNvPr>
          <p:cNvGraphicFramePr>
            <a:graphicFrameLocks noGrp="1"/>
          </p:cNvGraphicFramePr>
          <p:nvPr>
            <p:extLst>
              <p:ext uri="{D42A27DB-BD31-4B8C-83A1-F6EECF244321}">
                <p14:modId xmlns:p14="http://schemas.microsoft.com/office/powerpoint/2010/main" val="2055685971"/>
              </p:ext>
            </p:extLst>
          </p:nvPr>
        </p:nvGraphicFramePr>
        <p:xfrm>
          <a:off x="11647272" y="6006177"/>
          <a:ext cx="187165" cy="3493390"/>
        </p:xfrm>
        <a:graphic>
          <a:graphicData uri="http://schemas.openxmlformats.org/drawingml/2006/table">
            <a:tbl>
              <a:tblPr>
                <a:tableStyleId>{5C22544A-7EE6-4342-B048-85BDC9FD1C3A}</a:tableStyleId>
              </a:tblPr>
              <a:tblGrid>
                <a:gridCol w="187165">
                  <a:extLst>
                    <a:ext uri="{9D8B030D-6E8A-4147-A177-3AD203B41FA5}">
                      <a16:colId xmlns:a16="http://schemas.microsoft.com/office/drawing/2014/main" val="311902534"/>
                    </a:ext>
                  </a:extLst>
                </a:gridCol>
              </a:tblGrid>
              <a:tr h="349339">
                <a:tc>
                  <a:txBody>
                    <a:bodyPr/>
                    <a:lstStyle/>
                    <a:p>
                      <a:pPr algn="r"/>
                      <a:r>
                        <a:rPr lang="de-DE" sz="1050" b="0" dirty="0"/>
                        <a:t>−9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49339">
                <a:tc>
                  <a:txBody>
                    <a:bodyPr/>
                    <a:lstStyle/>
                    <a:p>
                      <a:pPr algn="r"/>
                      <a:r>
                        <a:rPr lang="de-DE" sz="1050" b="0" dirty="0"/>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49339">
                <a:tc>
                  <a:txBody>
                    <a:bodyPr/>
                    <a:lstStyle/>
                    <a:p>
                      <a:pPr algn="r"/>
                      <a:r>
                        <a:rPr lang="de-DE" sz="1050" b="0" dirty="0"/>
                        <a:t>−7</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49339">
                <a:tc>
                  <a:txBody>
                    <a:bodyPr/>
                    <a:lstStyle/>
                    <a:p>
                      <a:pPr algn="r"/>
                      <a:r>
                        <a:rPr lang="de-DE" sz="1050" b="0" dirty="0"/>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49339">
                <a:tc>
                  <a:txBody>
                    <a:bodyPr/>
                    <a:lstStyle/>
                    <a:p>
                      <a:pPr algn="r"/>
                      <a:r>
                        <a:rPr lang="de-DE" sz="1050" b="0" dirty="0"/>
                        <a:t>−5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49339">
                <a:tc>
                  <a:txBody>
                    <a:bodyPr/>
                    <a:lstStyle/>
                    <a:p>
                      <a:pPr algn="r"/>
                      <a:r>
                        <a:rPr lang="de-DE" sz="105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49339">
                <a:tc>
                  <a:txBody>
                    <a:bodyPr/>
                    <a:lstStyle/>
                    <a:p>
                      <a:pPr algn="r"/>
                      <a:r>
                        <a:rPr lang="de-DE" sz="1050" b="0" dirty="0"/>
                        <a:t>−3</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49339">
                <a:tc>
                  <a:txBody>
                    <a:bodyPr/>
                    <a:lstStyle/>
                    <a:p>
                      <a:pPr algn="r"/>
                      <a:r>
                        <a:rPr lang="de-DE" sz="105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49339">
                <a:tc>
                  <a:txBody>
                    <a:bodyPr/>
                    <a:lstStyle/>
                    <a:p>
                      <a:pPr algn="r"/>
                      <a:r>
                        <a:rPr lang="de-DE" sz="105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49339">
                <a:tc>
                  <a:txBody>
                    <a:bodyPr/>
                    <a:lstStyle/>
                    <a:p>
                      <a:pPr algn="r"/>
                      <a:endParaRPr lang="de-DE" sz="1050" b="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pSp>
        <p:nvGrpSpPr>
          <p:cNvPr id="3" name="Gruppieren 2">
            <a:extLst>
              <a:ext uri="{FF2B5EF4-FFF2-40B4-BE49-F238E27FC236}">
                <a16:creationId xmlns:a16="http://schemas.microsoft.com/office/drawing/2014/main" id="{338A1909-0A07-2563-9996-27635B147900}"/>
              </a:ext>
            </a:extLst>
          </p:cNvPr>
          <p:cNvGrpSpPr/>
          <p:nvPr/>
        </p:nvGrpSpPr>
        <p:grpSpPr>
          <a:xfrm>
            <a:off x="11377136" y="6160877"/>
            <a:ext cx="269640" cy="3152484"/>
            <a:chOff x="3748036" y="1931747"/>
            <a:chExt cx="3135085" cy="3152484"/>
          </a:xfrm>
        </p:grpSpPr>
        <p:cxnSp>
          <p:nvCxnSpPr>
            <p:cNvPr id="4" name="Gerade Verbindung mit Pfeil 3">
              <a:extLst>
                <a:ext uri="{FF2B5EF4-FFF2-40B4-BE49-F238E27FC236}">
                  <a16:creationId xmlns:a16="http://schemas.microsoft.com/office/drawing/2014/main" id="{611347CF-3B4D-71F3-E66D-0665A7AEC20D}"/>
                </a:ext>
              </a:extLst>
            </p:cNvPr>
            <p:cNvCxnSpPr>
              <a:cxnSpLocks/>
            </p:cNvCxnSpPr>
            <p:nvPr/>
          </p:nvCxnSpPr>
          <p:spPr>
            <a:xfrm>
              <a:off x="3748036" y="1931747"/>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5" name="Gerade Verbindung mit Pfeil 4">
              <a:extLst>
                <a:ext uri="{FF2B5EF4-FFF2-40B4-BE49-F238E27FC236}">
                  <a16:creationId xmlns:a16="http://schemas.microsoft.com/office/drawing/2014/main" id="{3DCAA606-FC8D-87F5-93B7-757C0DDB2A7E}"/>
                </a:ext>
              </a:extLst>
            </p:cNvPr>
            <p:cNvCxnSpPr>
              <a:cxnSpLocks/>
            </p:cNvCxnSpPr>
            <p:nvPr/>
          </p:nvCxnSpPr>
          <p:spPr>
            <a:xfrm>
              <a:off x="3748036" y="2282023"/>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6" name="Gerade Verbindung mit Pfeil 5">
              <a:extLst>
                <a:ext uri="{FF2B5EF4-FFF2-40B4-BE49-F238E27FC236}">
                  <a16:creationId xmlns:a16="http://schemas.microsoft.com/office/drawing/2014/main" id="{1E3E2FC1-020B-CA44-D77A-667605E708A3}"/>
                </a:ext>
              </a:extLst>
            </p:cNvPr>
            <p:cNvCxnSpPr>
              <a:cxnSpLocks/>
            </p:cNvCxnSpPr>
            <p:nvPr/>
          </p:nvCxnSpPr>
          <p:spPr>
            <a:xfrm>
              <a:off x="3748036" y="2632299"/>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7" name="Gerade Verbindung mit Pfeil 6">
              <a:extLst>
                <a:ext uri="{FF2B5EF4-FFF2-40B4-BE49-F238E27FC236}">
                  <a16:creationId xmlns:a16="http://schemas.microsoft.com/office/drawing/2014/main" id="{E070A954-FBFD-C30D-1FC3-66FBE95F74D3}"/>
                </a:ext>
              </a:extLst>
            </p:cNvPr>
            <p:cNvCxnSpPr>
              <a:cxnSpLocks/>
            </p:cNvCxnSpPr>
            <p:nvPr/>
          </p:nvCxnSpPr>
          <p:spPr>
            <a:xfrm>
              <a:off x="3748036" y="2982575"/>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21" name="Gerade Verbindung mit Pfeil 20">
              <a:extLst>
                <a:ext uri="{FF2B5EF4-FFF2-40B4-BE49-F238E27FC236}">
                  <a16:creationId xmlns:a16="http://schemas.microsoft.com/office/drawing/2014/main" id="{81161A8F-208C-281F-B051-167C279BABCA}"/>
                </a:ext>
              </a:extLst>
            </p:cNvPr>
            <p:cNvCxnSpPr>
              <a:cxnSpLocks/>
            </p:cNvCxnSpPr>
            <p:nvPr/>
          </p:nvCxnSpPr>
          <p:spPr>
            <a:xfrm>
              <a:off x="3748036" y="3332851"/>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37" name="Gerade Verbindung mit Pfeil 36">
              <a:extLst>
                <a:ext uri="{FF2B5EF4-FFF2-40B4-BE49-F238E27FC236}">
                  <a16:creationId xmlns:a16="http://schemas.microsoft.com/office/drawing/2014/main" id="{6A600932-ED90-89FF-D731-07F7C1915100}"/>
                </a:ext>
              </a:extLst>
            </p:cNvPr>
            <p:cNvCxnSpPr>
              <a:cxnSpLocks/>
            </p:cNvCxnSpPr>
            <p:nvPr/>
          </p:nvCxnSpPr>
          <p:spPr>
            <a:xfrm>
              <a:off x="3748036" y="3683127"/>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39" name="Gerade Verbindung mit Pfeil 38">
              <a:extLst>
                <a:ext uri="{FF2B5EF4-FFF2-40B4-BE49-F238E27FC236}">
                  <a16:creationId xmlns:a16="http://schemas.microsoft.com/office/drawing/2014/main" id="{E3E52D05-6115-19D5-C1D6-FC97B4D31F0A}"/>
                </a:ext>
              </a:extLst>
            </p:cNvPr>
            <p:cNvCxnSpPr>
              <a:cxnSpLocks/>
            </p:cNvCxnSpPr>
            <p:nvPr/>
          </p:nvCxnSpPr>
          <p:spPr>
            <a:xfrm>
              <a:off x="3748036" y="4033403"/>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41" name="Gerade Verbindung mit Pfeil 40">
              <a:extLst>
                <a:ext uri="{FF2B5EF4-FFF2-40B4-BE49-F238E27FC236}">
                  <a16:creationId xmlns:a16="http://schemas.microsoft.com/office/drawing/2014/main" id="{4F837FA6-33D1-1444-DF80-58FA5F660E74}"/>
                </a:ext>
              </a:extLst>
            </p:cNvPr>
            <p:cNvCxnSpPr>
              <a:cxnSpLocks/>
            </p:cNvCxnSpPr>
            <p:nvPr/>
          </p:nvCxnSpPr>
          <p:spPr>
            <a:xfrm>
              <a:off x="3748036" y="4383679"/>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43" name="Gerade Verbindung mit Pfeil 42">
              <a:extLst>
                <a:ext uri="{FF2B5EF4-FFF2-40B4-BE49-F238E27FC236}">
                  <a16:creationId xmlns:a16="http://schemas.microsoft.com/office/drawing/2014/main" id="{353EB1E3-7507-CF1E-6C3C-96782F4E4FCF}"/>
                </a:ext>
              </a:extLst>
            </p:cNvPr>
            <p:cNvCxnSpPr>
              <a:cxnSpLocks/>
            </p:cNvCxnSpPr>
            <p:nvPr/>
          </p:nvCxnSpPr>
          <p:spPr>
            <a:xfrm>
              <a:off x="3748036" y="4733955"/>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44" name="Gerade Verbindung mit Pfeil 43">
              <a:extLst>
                <a:ext uri="{FF2B5EF4-FFF2-40B4-BE49-F238E27FC236}">
                  <a16:creationId xmlns:a16="http://schemas.microsoft.com/office/drawing/2014/main" id="{2CE36F37-BB16-C0C4-4DAB-46229A130FE3}"/>
                </a:ext>
              </a:extLst>
            </p:cNvPr>
            <p:cNvCxnSpPr>
              <a:cxnSpLocks/>
            </p:cNvCxnSpPr>
            <p:nvPr/>
          </p:nvCxnSpPr>
          <p:spPr>
            <a:xfrm>
              <a:off x="3748036" y="5084231"/>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grpSp>
      <p:grpSp>
        <p:nvGrpSpPr>
          <p:cNvPr id="1224" name="Gruppieren 1223">
            <a:extLst>
              <a:ext uri="{FF2B5EF4-FFF2-40B4-BE49-F238E27FC236}">
                <a16:creationId xmlns:a16="http://schemas.microsoft.com/office/drawing/2014/main" id="{C42F5953-7DBA-4540-B0C2-FAB4149548B2}"/>
              </a:ext>
            </a:extLst>
          </p:cNvPr>
          <p:cNvGrpSpPr/>
          <p:nvPr/>
        </p:nvGrpSpPr>
        <p:grpSpPr>
          <a:xfrm rot="10800000">
            <a:off x="12092941" y="6177838"/>
            <a:ext cx="210014" cy="3152484"/>
            <a:chOff x="3748036" y="1931747"/>
            <a:chExt cx="3135085" cy="3152484"/>
          </a:xfrm>
        </p:grpSpPr>
        <p:cxnSp>
          <p:nvCxnSpPr>
            <p:cNvPr id="1225" name="Gerade Verbindung mit Pfeil 1224">
              <a:extLst>
                <a:ext uri="{FF2B5EF4-FFF2-40B4-BE49-F238E27FC236}">
                  <a16:creationId xmlns:a16="http://schemas.microsoft.com/office/drawing/2014/main" id="{A3A6BFA0-C073-2A6F-F83E-78BA00159C37}"/>
                </a:ext>
              </a:extLst>
            </p:cNvPr>
            <p:cNvCxnSpPr>
              <a:cxnSpLocks/>
            </p:cNvCxnSpPr>
            <p:nvPr/>
          </p:nvCxnSpPr>
          <p:spPr>
            <a:xfrm>
              <a:off x="3748036" y="1931747"/>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26" name="Gerade Verbindung mit Pfeil 1225">
              <a:extLst>
                <a:ext uri="{FF2B5EF4-FFF2-40B4-BE49-F238E27FC236}">
                  <a16:creationId xmlns:a16="http://schemas.microsoft.com/office/drawing/2014/main" id="{CBDAFAEA-36FF-D473-42DD-0EE447F6C8BE}"/>
                </a:ext>
              </a:extLst>
            </p:cNvPr>
            <p:cNvCxnSpPr>
              <a:cxnSpLocks/>
            </p:cNvCxnSpPr>
            <p:nvPr/>
          </p:nvCxnSpPr>
          <p:spPr>
            <a:xfrm>
              <a:off x="3748036" y="2282023"/>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27" name="Gerade Verbindung mit Pfeil 1226">
              <a:extLst>
                <a:ext uri="{FF2B5EF4-FFF2-40B4-BE49-F238E27FC236}">
                  <a16:creationId xmlns:a16="http://schemas.microsoft.com/office/drawing/2014/main" id="{D479315E-446B-C248-D419-B6610168DE78}"/>
                </a:ext>
              </a:extLst>
            </p:cNvPr>
            <p:cNvCxnSpPr>
              <a:cxnSpLocks/>
            </p:cNvCxnSpPr>
            <p:nvPr/>
          </p:nvCxnSpPr>
          <p:spPr>
            <a:xfrm>
              <a:off x="3748036" y="2632299"/>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28" name="Gerade Verbindung mit Pfeil 1227">
              <a:extLst>
                <a:ext uri="{FF2B5EF4-FFF2-40B4-BE49-F238E27FC236}">
                  <a16:creationId xmlns:a16="http://schemas.microsoft.com/office/drawing/2014/main" id="{56360D6E-4CE9-4E76-B432-8B3B46C40558}"/>
                </a:ext>
              </a:extLst>
            </p:cNvPr>
            <p:cNvCxnSpPr>
              <a:cxnSpLocks/>
            </p:cNvCxnSpPr>
            <p:nvPr/>
          </p:nvCxnSpPr>
          <p:spPr>
            <a:xfrm>
              <a:off x="3748036" y="2982575"/>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29" name="Gerade Verbindung mit Pfeil 1228">
              <a:extLst>
                <a:ext uri="{FF2B5EF4-FFF2-40B4-BE49-F238E27FC236}">
                  <a16:creationId xmlns:a16="http://schemas.microsoft.com/office/drawing/2014/main" id="{3CE3FF96-5B93-023A-51E3-7CF090EE7808}"/>
                </a:ext>
              </a:extLst>
            </p:cNvPr>
            <p:cNvCxnSpPr>
              <a:cxnSpLocks/>
            </p:cNvCxnSpPr>
            <p:nvPr/>
          </p:nvCxnSpPr>
          <p:spPr>
            <a:xfrm>
              <a:off x="3748036" y="3332851"/>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30" name="Gerade Verbindung mit Pfeil 1229">
              <a:extLst>
                <a:ext uri="{FF2B5EF4-FFF2-40B4-BE49-F238E27FC236}">
                  <a16:creationId xmlns:a16="http://schemas.microsoft.com/office/drawing/2014/main" id="{A75B031A-1A38-52DA-22A2-C01665941033}"/>
                </a:ext>
              </a:extLst>
            </p:cNvPr>
            <p:cNvCxnSpPr>
              <a:cxnSpLocks/>
            </p:cNvCxnSpPr>
            <p:nvPr/>
          </p:nvCxnSpPr>
          <p:spPr>
            <a:xfrm>
              <a:off x="3748036" y="3683127"/>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31" name="Gerade Verbindung mit Pfeil 1230">
              <a:extLst>
                <a:ext uri="{FF2B5EF4-FFF2-40B4-BE49-F238E27FC236}">
                  <a16:creationId xmlns:a16="http://schemas.microsoft.com/office/drawing/2014/main" id="{E6A4944C-A6E6-BC7F-DFE4-F68F562C1B9E}"/>
                </a:ext>
              </a:extLst>
            </p:cNvPr>
            <p:cNvCxnSpPr>
              <a:cxnSpLocks/>
            </p:cNvCxnSpPr>
            <p:nvPr/>
          </p:nvCxnSpPr>
          <p:spPr>
            <a:xfrm>
              <a:off x="3748036" y="4033403"/>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32" name="Gerade Verbindung mit Pfeil 1231">
              <a:extLst>
                <a:ext uri="{FF2B5EF4-FFF2-40B4-BE49-F238E27FC236}">
                  <a16:creationId xmlns:a16="http://schemas.microsoft.com/office/drawing/2014/main" id="{EB424438-6345-1C5E-C33D-9D5A29684C77}"/>
                </a:ext>
              </a:extLst>
            </p:cNvPr>
            <p:cNvCxnSpPr>
              <a:cxnSpLocks/>
            </p:cNvCxnSpPr>
            <p:nvPr/>
          </p:nvCxnSpPr>
          <p:spPr>
            <a:xfrm>
              <a:off x="3748036" y="4383679"/>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33" name="Gerade Verbindung mit Pfeil 1232">
              <a:extLst>
                <a:ext uri="{FF2B5EF4-FFF2-40B4-BE49-F238E27FC236}">
                  <a16:creationId xmlns:a16="http://schemas.microsoft.com/office/drawing/2014/main" id="{5B914AC7-CE62-BCE1-05F3-228261B2F09F}"/>
                </a:ext>
              </a:extLst>
            </p:cNvPr>
            <p:cNvCxnSpPr>
              <a:cxnSpLocks/>
            </p:cNvCxnSpPr>
            <p:nvPr/>
          </p:nvCxnSpPr>
          <p:spPr>
            <a:xfrm>
              <a:off x="3748036" y="4733955"/>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cxnSp>
          <p:nvCxnSpPr>
            <p:cNvPr id="1234" name="Gerade Verbindung mit Pfeil 1233">
              <a:extLst>
                <a:ext uri="{FF2B5EF4-FFF2-40B4-BE49-F238E27FC236}">
                  <a16:creationId xmlns:a16="http://schemas.microsoft.com/office/drawing/2014/main" id="{F8797A38-760E-0679-3154-AA61A6FCD95D}"/>
                </a:ext>
              </a:extLst>
            </p:cNvPr>
            <p:cNvCxnSpPr>
              <a:cxnSpLocks/>
            </p:cNvCxnSpPr>
            <p:nvPr/>
          </p:nvCxnSpPr>
          <p:spPr>
            <a:xfrm>
              <a:off x="3748036" y="5084231"/>
              <a:ext cx="3135085" cy="0"/>
            </a:xfrm>
            <a:prstGeom prst="straightConnector1">
              <a:avLst/>
            </a:prstGeom>
            <a:ln>
              <a:solidFill>
                <a:srgbClr val="15C609"/>
              </a:solidFill>
              <a:tailEnd type="triangle"/>
            </a:ln>
          </p:spPr>
          <p:style>
            <a:lnRef idx="2">
              <a:schemeClr val="dk1"/>
            </a:lnRef>
            <a:fillRef idx="0">
              <a:schemeClr val="dk1"/>
            </a:fillRef>
            <a:effectRef idx="1">
              <a:schemeClr val="dk1"/>
            </a:effectRef>
            <a:fontRef idx="minor">
              <a:schemeClr val="tx1"/>
            </a:fontRef>
          </p:style>
        </p:cxnSp>
      </p:grpSp>
      <p:sp>
        <p:nvSpPr>
          <p:cNvPr id="1235" name="Rechteck: abgerundete Ecken 1234">
            <a:extLst>
              <a:ext uri="{FF2B5EF4-FFF2-40B4-BE49-F238E27FC236}">
                <a16:creationId xmlns:a16="http://schemas.microsoft.com/office/drawing/2014/main" id="{1B649D11-9C0E-4541-539D-0D753DFEAF5B}"/>
              </a:ext>
            </a:extLst>
          </p:cNvPr>
          <p:cNvSpPr/>
          <p:nvPr/>
        </p:nvSpPr>
        <p:spPr>
          <a:xfrm rot="5400000">
            <a:off x="-3847938" y="279519"/>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chemeClr val="bg1"/>
              </a:solidFill>
            </a:endParaRPr>
          </a:p>
        </p:txBody>
      </p:sp>
      <p:sp>
        <p:nvSpPr>
          <p:cNvPr id="1236" name="Rechteck: abgerundete Ecken 1235">
            <a:extLst>
              <a:ext uri="{FF2B5EF4-FFF2-40B4-BE49-F238E27FC236}">
                <a16:creationId xmlns:a16="http://schemas.microsoft.com/office/drawing/2014/main" id="{4572C331-AC74-113D-AE0D-FD22502D2AED}"/>
              </a:ext>
            </a:extLst>
          </p:cNvPr>
          <p:cNvSpPr/>
          <p:nvPr/>
        </p:nvSpPr>
        <p:spPr>
          <a:xfrm rot="5400000">
            <a:off x="-3847938" y="629584"/>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37" name="Rechteck: abgerundete Ecken 1236">
            <a:extLst>
              <a:ext uri="{FF2B5EF4-FFF2-40B4-BE49-F238E27FC236}">
                <a16:creationId xmlns:a16="http://schemas.microsoft.com/office/drawing/2014/main" id="{D52E8877-37CD-C502-CB94-F1E355A5915F}"/>
              </a:ext>
            </a:extLst>
          </p:cNvPr>
          <p:cNvSpPr/>
          <p:nvPr/>
        </p:nvSpPr>
        <p:spPr>
          <a:xfrm rot="5400000">
            <a:off x="-3847938" y="97964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38" name="Rechteck: abgerundete Ecken 1237">
            <a:extLst>
              <a:ext uri="{FF2B5EF4-FFF2-40B4-BE49-F238E27FC236}">
                <a16:creationId xmlns:a16="http://schemas.microsoft.com/office/drawing/2014/main" id="{7D10A29C-CB66-D5BB-F72E-FB4980C3128C}"/>
              </a:ext>
            </a:extLst>
          </p:cNvPr>
          <p:cNvSpPr/>
          <p:nvPr/>
        </p:nvSpPr>
        <p:spPr>
          <a:xfrm>
            <a:off x="-3847938" y="2029844"/>
            <a:ext cx="286369" cy="286369"/>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sp>
        <p:nvSpPr>
          <p:cNvPr id="1239" name="Rechteck: abgerundete Ecken 1238">
            <a:extLst>
              <a:ext uri="{FF2B5EF4-FFF2-40B4-BE49-F238E27FC236}">
                <a16:creationId xmlns:a16="http://schemas.microsoft.com/office/drawing/2014/main" id="{C1F15213-AA4B-5C02-F569-A14ED164DD19}"/>
              </a:ext>
            </a:extLst>
          </p:cNvPr>
          <p:cNvSpPr/>
          <p:nvPr/>
        </p:nvSpPr>
        <p:spPr>
          <a:xfrm rot="5400000">
            <a:off x="-3847938" y="1329714"/>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40" name="Rechteck: abgerundete Ecken 1239">
            <a:extLst>
              <a:ext uri="{FF2B5EF4-FFF2-40B4-BE49-F238E27FC236}">
                <a16:creationId xmlns:a16="http://schemas.microsoft.com/office/drawing/2014/main" id="{06706F2F-8883-F610-C8DC-2EB6A2F4DA55}"/>
              </a:ext>
            </a:extLst>
          </p:cNvPr>
          <p:cNvSpPr/>
          <p:nvPr/>
        </p:nvSpPr>
        <p:spPr>
          <a:xfrm rot="5400000">
            <a:off x="-3847938" y="167977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41" name="Rechteck: abgerundete Ecken 1240">
            <a:extLst>
              <a:ext uri="{FF2B5EF4-FFF2-40B4-BE49-F238E27FC236}">
                <a16:creationId xmlns:a16="http://schemas.microsoft.com/office/drawing/2014/main" id="{ABBF570B-71FF-0F8C-5F10-87FE8BD73575}"/>
              </a:ext>
            </a:extLst>
          </p:cNvPr>
          <p:cNvSpPr/>
          <p:nvPr/>
        </p:nvSpPr>
        <p:spPr>
          <a:xfrm rot="5400000">
            <a:off x="-3847938" y="237990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42" name="Rechteck: abgerundete Ecken 1241">
            <a:extLst>
              <a:ext uri="{FF2B5EF4-FFF2-40B4-BE49-F238E27FC236}">
                <a16:creationId xmlns:a16="http://schemas.microsoft.com/office/drawing/2014/main" id="{1B4D34DD-68DD-9840-0C98-3F9A278FD436}"/>
              </a:ext>
            </a:extLst>
          </p:cNvPr>
          <p:cNvSpPr/>
          <p:nvPr/>
        </p:nvSpPr>
        <p:spPr>
          <a:xfrm rot="5400000">
            <a:off x="-3847938" y="2729974"/>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43" name="Rechteck: abgerundete Ecken 1242">
            <a:extLst>
              <a:ext uri="{FF2B5EF4-FFF2-40B4-BE49-F238E27FC236}">
                <a16:creationId xmlns:a16="http://schemas.microsoft.com/office/drawing/2014/main" id="{51F43CC1-E54C-2330-AEBC-C38D3B387401}"/>
              </a:ext>
            </a:extLst>
          </p:cNvPr>
          <p:cNvSpPr/>
          <p:nvPr/>
        </p:nvSpPr>
        <p:spPr>
          <a:xfrm rot="5400000">
            <a:off x="-3847938" y="308003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44" name="Rechteck: abgerundete Ecken 1243">
            <a:extLst>
              <a:ext uri="{FF2B5EF4-FFF2-40B4-BE49-F238E27FC236}">
                <a16:creationId xmlns:a16="http://schemas.microsoft.com/office/drawing/2014/main" id="{DA8DF50B-7707-3B32-2486-53E40ADC573D}"/>
              </a:ext>
            </a:extLst>
          </p:cNvPr>
          <p:cNvSpPr/>
          <p:nvPr/>
        </p:nvSpPr>
        <p:spPr>
          <a:xfrm rot="5400000">
            <a:off x="-3847938" y="343010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aphicFrame>
        <p:nvGraphicFramePr>
          <p:cNvPr id="189" name="Tabelle 188">
            <a:extLst>
              <a:ext uri="{FF2B5EF4-FFF2-40B4-BE49-F238E27FC236}">
                <a16:creationId xmlns:a16="http://schemas.microsoft.com/office/drawing/2014/main" id="{9EEE4A47-62EA-EF6D-2A96-0489E9D38832}"/>
              </a:ext>
            </a:extLst>
          </p:cNvPr>
          <p:cNvGraphicFramePr>
            <a:graphicFrameLocks noGrp="1"/>
          </p:cNvGraphicFramePr>
          <p:nvPr>
            <p:extLst>
              <p:ext uri="{D42A27DB-BD31-4B8C-83A1-F6EECF244321}">
                <p14:modId xmlns:p14="http://schemas.microsoft.com/office/powerpoint/2010/main" val="744666684"/>
              </p:ext>
            </p:extLst>
          </p:nvPr>
        </p:nvGraphicFramePr>
        <p:xfrm>
          <a:off x="-4274330" y="331038"/>
          <a:ext cx="508696" cy="3426686"/>
        </p:xfrm>
        <a:graphic>
          <a:graphicData uri="http://schemas.openxmlformats.org/drawingml/2006/table">
            <a:tbl>
              <a:tblPr>
                <a:tableStyleId>{5C22544A-7EE6-4342-B048-85BDC9FD1C3A}</a:tableStyleId>
              </a:tblPr>
              <a:tblGrid>
                <a:gridCol w="508696">
                  <a:extLst>
                    <a:ext uri="{9D8B030D-6E8A-4147-A177-3AD203B41FA5}">
                      <a16:colId xmlns:a16="http://schemas.microsoft.com/office/drawing/2014/main" val="2159034684"/>
                    </a:ext>
                  </a:extLst>
                </a:gridCol>
              </a:tblGrid>
              <a:tr h="328697">
                <a:tc>
                  <a:txBody>
                    <a:bodyPr/>
                    <a:lstStyle/>
                    <a:p>
                      <a:pPr algn="ctr"/>
                      <a:r>
                        <a:rPr lang="de-DE" sz="800" b="1" dirty="0"/>
                        <a:t>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498711"/>
                  </a:ext>
                </a:extLst>
              </a:tr>
              <a:tr h="328697">
                <a:tc>
                  <a:txBody>
                    <a:bodyPr/>
                    <a:lstStyle/>
                    <a:p>
                      <a:pPr algn="ctr"/>
                      <a:r>
                        <a:rPr lang="de-DE" sz="800" b="1" dirty="0"/>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594989"/>
                  </a:ext>
                </a:extLst>
              </a:tr>
              <a:tr h="328697">
                <a:tc>
                  <a:txBody>
                    <a:bodyPr/>
                    <a:lstStyle/>
                    <a:p>
                      <a:pPr algn="ctr"/>
                      <a:r>
                        <a:rPr lang="de-DE" sz="800" b="1" dirty="0"/>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700669"/>
                  </a:ext>
                </a:extLst>
              </a:tr>
              <a:tr h="328697">
                <a:tc>
                  <a:txBody>
                    <a:bodyPr/>
                    <a:lstStyle/>
                    <a:p>
                      <a:pPr algn="ctr"/>
                      <a:r>
                        <a:rPr lang="de-DE" sz="800" b="1" dirty="0"/>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046048"/>
                  </a:ext>
                </a:extLst>
              </a:tr>
              <a:tr h="387193">
                <a:tc>
                  <a:txBody>
                    <a:bodyPr/>
                    <a:lstStyle/>
                    <a:p>
                      <a:pPr algn="ctr"/>
                      <a:r>
                        <a:rPr lang="de-DE" sz="800" b="1" dirty="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058479"/>
                  </a:ext>
                </a:extLst>
              </a:tr>
              <a:tr h="328697">
                <a:tc>
                  <a:txBody>
                    <a:bodyPr/>
                    <a:lstStyle/>
                    <a:p>
                      <a:pPr algn="ctr"/>
                      <a:r>
                        <a:rPr lang="de-DE" sz="800" b="1" dirty="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968306"/>
                  </a:ext>
                </a:extLst>
              </a:tr>
              <a:tr h="328697">
                <a:tc>
                  <a:txBody>
                    <a:bodyPr/>
                    <a:lstStyle/>
                    <a:p>
                      <a:pPr algn="ctr"/>
                      <a:r>
                        <a:rPr lang="de-DE" sz="800" b="1" dirty="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0780604"/>
                  </a:ext>
                </a:extLst>
              </a:tr>
              <a:tr h="328697">
                <a:tc>
                  <a:txBody>
                    <a:bodyPr/>
                    <a:lstStyle/>
                    <a:p>
                      <a:pPr algn="ctr"/>
                      <a:r>
                        <a:rPr lang="de-DE" sz="800" b="1" dirty="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001101"/>
                  </a:ext>
                </a:extLst>
              </a:tr>
              <a:tr h="369307">
                <a:tc>
                  <a:txBody>
                    <a:bodyPr/>
                    <a:lstStyle/>
                    <a:p>
                      <a:pPr algn="ctr"/>
                      <a:r>
                        <a:rPr lang="de-DE" sz="800" b="1"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6104"/>
                  </a:ext>
                </a:extLst>
              </a:tr>
              <a:tr h="369307">
                <a:tc>
                  <a:txBody>
                    <a:bodyPr/>
                    <a:lstStyle/>
                    <a:p>
                      <a:pPr algn="ctr"/>
                      <a:r>
                        <a:rPr lang="de-DE" sz="800" b="1" dirty="0"/>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929110"/>
                  </a:ext>
                </a:extLst>
              </a:tr>
            </a:tbl>
          </a:graphicData>
        </a:graphic>
      </p:graphicFrame>
      <p:pic>
        <p:nvPicPr>
          <p:cNvPr id="1308" name="Grafik 1307">
            <a:extLst>
              <a:ext uri="{FF2B5EF4-FFF2-40B4-BE49-F238E27FC236}">
                <a16:creationId xmlns:a16="http://schemas.microsoft.com/office/drawing/2014/main" id="{91C76E07-D1F9-7FBE-C560-E11892F788CF}"/>
              </a:ext>
            </a:extLst>
          </p:cNvPr>
          <p:cNvPicPr>
            <a:picLocks noChangeAspect="1"/>
          </p:cNvPicPr>
          <p:nvPr/>
        </p:nvPicPr>
        <p:blipFill>
          <a:blip r:embed="rId17"/>
          <a:srcRect r="62573"/>
          <a:stretch>
            <a:fillRect/>
          </a:stretch>
        </p:blipFill>
        <p:spPr>
          <a:xfrm>
            <a:off x="779709" y="5700868"/>
            <a:ext cx="328572" cy="4139543"/>
          </a:xfrm>
          <a:prstGeom prst="rect">
            <a:avLst/>
          </a:prstGeom>
        </p:spPr>
      </p:pic>
      <p:sp>
        <p:nvSpPr>
          <p:cNvPr id="1248" name="Rechteck: abgerundete Ecken 1247">
            <a:extLst>
              <a:ext uri="{FF2B5EF4-FFF2-40B4-BE49-F238E27FC236}">
                <a16:creationId xmlns:a16="http://schemas.microsoft.com/office/drawing/2014/main" id="{BC9353EB-4B19-2D89-EF1A-DB53C53EAD00}"/>
              </a:ext>
            </a:extLst>
          </p:cNvPr>
          <p:cNvSpPr/>
          <p:nvPr/>
        </p:nvSpPr>
        <p:spPr>
          <a:xfrm>
            <a:off x="4927915" y="1621865"/>
            <a:ext cx="406763" cy="407365"/>
          </a:xfrm>
          <a:prstGeom prst="roundRect">
            <a:avLst/>
          </a:prstGeom>
          <a:solidFill>
            <a:srgbClr val="FFC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000" dirty="0">
                <a:solidFill>
                  <a:schemeClr val="bg1"/>
                </a:solidFill>
              </a:rPr>
              <a:t>Start</a:t>
            </a:r>
          </a:p>
        </p:txBody>
      </p:sp>
      <p:sp>
        <p:nvSpPr>
          <p:cNvPr id="1249" name="Rechteck: abgerundete Ecken 1248">
            <a:extLst>
              <a:ext uri="{FF2B5EF4-FFF2-40B4-BE49-F238E27FC236}">
                <a16:creationId xmlns:a16="http://schemas.microsoft.com/office/drawing/2014/main" id="{933F60D2-56E0-00B5-E475-12E58831E28C}"/>
              </a:ext>
            </a:extLst>
          </p:cNvPr>
          <p:cNvSpPr/>
          <p:nvPr/>
        </p:nvSpPr>
        <p:spPr>
          <a:xfrm>
            <a:off x="536025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0" name="Rechteck: abgerundete Ecken 1249">
            <a:extLst>
              <a:ext uri="{FF2B5EF4-FFF2-40B4-BE49-F238E27FC236}">
                <a16:creationId xmlns:a16="http://schemas.microsoft.com/office/drawing/2014/main" id="{06EFE37E-490B-D4F6-B243-2B7515271D41}"/>
              </a:ext>
            </a:extLst>
          </p:cNvPr>
          <p:cNvSpPr/>
          <p:nvPr/>
        </p:nvSpPr>
        <p:spPr>
          <a:xfrm>
            <a:off x="5712280"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1" name="Rechteck: abgerundete Ecken 1250">
            <a:extLst>
              <a:ext uri="{FF2B5EF4-FFF2-40B4-BE49-F238E27FC236}">
                <a16:creationId xmlns:a16="http://schemas.microsoft.com/office/drawing/2014/main" id="{87E873CC-C248-DA03-13AF-605AD3A6065B}"/>
              </a:ext>
            </a:extLst>
          </p:cNvPr>
          <p:cNvSpPr/>
          <p:nvPr/>
        </p:nvSpPr>
        <p:spPr>
          <a:xfrm>
            <a:off x="606430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2" name="Rechteck: abgerundete Ecken 1251">
            <a:extLst>
              <a:ext uri="{FF2B5EF4-FFF2-40B4-BE49-F238E27FC236}">
                <a16:creationId xmlns:a16="http://schemas.microsoft.com/office/drawing/2014/main" id="{B8487D89-0669-E026-1990-B8C73A147F28}"/>
              </a:ext>
            </a:extLst>
          </p:cNvPr>
          <p:cNvSpPr/>
          <p:nvPr/>
        </p:nvSpPr>
        <p:spPr>
          <a:xfrm>
            <a:off x="641632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3" name="Rechteck: abgerundete Ecken 1252">
            <a:extLst>
              <a:ext uri="{FF2B5EF4-FFF2-40B4-BE49-F238E27FC236}">
                <a16:creationId xmlns:a16="http://schemas.microsoft.com/office/drawing/2014/main" id="{DCEC7110-16BA-2762-8D64-DD5FD7817408}"/>
              </a:ext>
            </a:extLst>
          </p:cNvPr>
          <p:cNvSpPr/>
          <p:nvPr/>
        </p:nvSpPr>
        <p:spPr>
          <a:xfrm>
            <a:off x="6768352"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solidFill>
                  <a:sysClr val="windowText" lastClr="000000"/>
                </a:solidFill>
              </a:rPr>
              <a:t>5</a:t>
            </a:r>
          </a:p>
        </p:txBody>
      </p:sp>
      <p:sp>
        <p:nvSpPr>
          <p:cNvPr id="1254" name="Rechteck: abgerundete Ecken 1253">
            <a:extLst>
              <a:ext uri="{FF2B5EF4-FFF2-40B4-BE49-F238E27FC236}">
                <a16:creationId xmlns:a16="http://schemas.microsoft.com/office/drawing/2014/main" id="{D5A271A3-FD00-A101-BCEA-8B4FBA27F622}"/>
              </a:ext>
            </a:extLst>
          </p:cNvPr>
          <p:cNvSpPr/>
          <p:nvPr/>
        </p:nvSpPr>
        <p:spPr>
          <a:xfrm>
            <a:off x="712037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5" name="Rechteck: abgerundete Ecken 1254">
            <a:extLst>
              <a:ext uri="{FF2B5EF4-FFF2-40B4-BE49-F238E27FC236}">
                <a16:creationId xmlns:a16="http://schemas.microsoft.com/office/drawing/2014/main" id="{E4969744-2E88-5DDE-AAFA-173D0061F1F9}"/>
              </a:ext>
            </a:extLst>
          </p:cNvPr>
          <p:cNvSpPr/>
          <p:nvPr/>
        </p:nvSpPr>
        <p:spPr>
          <a:xfrm>
            <a:off x="7472400"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6" name="Rechteck: abgerundete Ecken 1255">
            <a:extLst>
              <a:ext uri="{FF2B5EF4-FFF2-40B4-BE49-F238E27FC236}">
                <a16:creationId xmlns:a16="http://schemas.microsoft.com/office/drawing/2014/main" id="{69F8A508-AEF5-8269-073D-1F7FB7A928EC}"/>
              </a:ext>
            </a:extLst>
          </p:cNvPr>
          <p:cNvSpPr/>
          <p:nvPr/>
        </p:nvSpPr>
        <p:spPr>
          <a:xfrm>
            <a:off x="782442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57" name="Rechteck: abgerundete Ecken 1256">
            <a:extLst>
              <a:ext uri="{FF2B5EF4-FFF2-40B4-BE49-F238E27FC236}">
                <a16:creationId xmlns:a16="http://schemas.microsoft.com/office/drawing/2014/main" id="{04CDEED9-E0D3-293E-EC7D-128B3B029BA1}"/>
              </a:ext>
            </a:extLst>
          </p:cNvPr>
          <p:cNvSpPr/>
          <p:nvPr/>
        </p:nvSpPr>
        <p:spPr>
          <a:xfrm>
            <a:off x="817644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68" name="Rechteck: abgerundete Ecken 1267">
            <a:extLst>
              <a:ext uri="{FF2B5EF4-FFF2-40B4-BE49-F238E27FC236}">
                <a16:creationId xmlns:a16="http://schemas.microsoft.com/office/drawing/2014/main" id="{B86076C2-433E-9B92-56F8-A24ED1438854}"/>
              </a:ext>
            </a:extLst>
          </p:cNvPr>
          <p:cNvSpPr/>
          <p:nvPr/>
        </p:nvSpPr>
        <p:spPr>
          <a:xfrm>
            <a:off x="8528472" y="1679169"/>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050" dirty="0">
                <a:solidFill>
                  <a:sysClr val="windowText" lastClr="000000"/>
                </a:solidFill>
              </a:rPr>
              <a:t>10</a:t>
            </a:r>
          </a:p>
        </p:txBody>
      </p:sp>
      <p:sp>
        <p:nvSpPr>
          <p:cNvPr id="1269" name="Rechteck: abgerundete Ecken 1268">
            <a:extLst>
              <a:ext uri="{FF2B5EF4-FFF2-40B4-BE49-F238E27FC236}">
                <a16:creationId xmlns:a16="http://schemas.microsoft.com/office/drawing/2014/main" id="{C009B440-C26D-A6FC-18FB-AD6D7F13DE5C}"/>
              </a:ext>
            </a:extLst>
          </p:cNvPr>
          <p:cNvSpPr/>
          <p:nvPr/>
        </p:nvSpPr>
        <p:spPr>
          <a:xfrm>
            <a:off x="888049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0" name="Rechteck: abgerundete Ecken 1269">
            <a:extLst>
              <a:ext uri="{FF2B5EF4-FFF2-40B4-BE49-F238E27FC236}">
                <a16:creationId xmlns:a16="http://schemas.microsoft.com/office/drawing/2014/main" id="{361115F1-561E-07FD-35E5-7EB3DBB31EA4}"/>
              </a:ext>
            </a:extLst>
          </p:cNvPr>
          <p:cNvSpPr/>
          <p:nvPr/>
        </p:nvSpPr>
        <p:spPr>
          <a:xfrm>
            <a:off x="9232520"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1" name="Rechteck: abgerundete Ecken 1270">
            <a:extLst>
              <a:ext uri="{FF2B5EF4-FFF2-40B4-BE49-F238E27FC236}">
                <a16:creationId xmlns:a16="http://schemas.microsoft.com/office/drawing/2014/main" id="{633C6E01-42C0-2A01-49CB-9B4BD36B13D7}"/>
              </a:ext>
            </a:extLst>
          </p:cNvPr>
          <p:cNvSpPr/>
          <p:nvPr/>
        </p:nvSpPr>
        <p:spPr>
          <a:xfrm>
            <a:off x="958454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2" name="Rechteck: abgerundete Ecken 1271">
            <a:extLst>
              <a:ext uri="{FF2B5EF4-FFF2-40B4-BE49-F238E27FC236}">
                <a16:creationId xmlns:a16="http://schemas.microsoft.com/office/drawing/2014/main" id="{BA8A90C5-6BF2-430D-AEFB-C38E42C9938E}"/>
              </a:ext>
            </a:extLst>
          </p:cNvPr>
          <p:cNvSpPr/>
          <p:nvPr/>
        </p:nvSpPr>
        <p:spPr>
          <a:xfrm>
            <a:off x="993656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3" name="Rechteck: abgerundete Ecken 1272">
            <a:extLst>
              <a:ext uri="{FF2B5EF4-FFF2-40B4-BE49-F238E27FC236}">
                <a16:creationId xmlns:a16="http://schemas.microsoft.com/office/drawing/2014/main" id="{24166C18-F91E-C151-8C55-0CB30FD36CCC}"/>
              </a:ext>
            </a:extLst>
          </p:cNvPr>
          <p:cNvSpPr/>
          <p:nvPr/>
        </p:nvSpPr>
        <p:spPr>
          <a:xfrm>
            <a:off x="10288592"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solidFill>
                  <a:sysClr val="windowText" lastClr="000000"/>
                </a:solidFill>
              </a:rPr>
              <a:t>15</a:t>
            </a:r>
          </a:p>
        </p:txBody>
      </p:sp>
      <p:sp>
        <p:nvSpPr>
          <p:cNvPr id="1274" name="Rechteck: abgerundete Ecken 1273">
            <a:extLst>
              <a:ext uri="{FF2B5EF4-FFF2-40B4-BE49-F238E27FC236}">
                <a16:creationId xmlns:a16="http://schemas.microsoft.com/office/drawing/2014/main" id="{6A889369-EE06-1DD5-F1EE-8E0B2DF44A54}"/>
              </a:ext>
            </a:extLst>
          </p:cNvPr>
          <p:cNvSpPr/>
          <p:nvPr/>
        </p:nvSpPr>
        <p:spPr>
          <a:xfrm>
            <a:off x="1064061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5" name="Rechteck: abgerundete Ecken 1274">
            <a:extLst>
              <a:ext uri="{FF2B5EF4-FFF2-40B4-BE49-F238E27FC236}">
                <a16:creationId xmlns:a16="http://schemas.microsoft.com/office/drawing/2014/main" id="{C2F67552-9438-90B1-101B-FBB688B0EB44}"/>
              </a:ext>
            </a:extLst>
          </p:cNvPr>
          <p:cNvSpPr/>
          <p:nvPr/>
        </p:nvSpPr>
        <p:spPr>
          <a:xfrm>
            <a:off x="10992640"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6" name="Rechteck: abgerundete Ecken 1275">
            <a:extLst>
              <a:ext uri="{FF2B5EF4-FFF2-40B4-BE49-F238E27FC236}">
                <a16:creationId xmlns:a16="http://schemas.microsoft.com/office/drawing/2014/main" id="{EA01B35F-3A5C-5DEE-08F3-EDCCE5AA4CFF}"/>
              </a:ext>
            </a:extLst>
          </p:cNvPr>
          <p:cNvSpPr/>
          <p:nvPr/>
        </p:nvSpPr>
        <p:spPr>
          <a:xfrm>
            <a:off x="1134466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77" name="Rechteck: abgerundete Ecken 1276">
            <a:extLst>
              <a:ext uri="{FF2B5EF4-FFF2-40B4-BE49-F238E27FC236}">
                <a16:creationId xmlns:a16="http://schemas.microsoft.com/office/drawing/2014/main" id="{71A1C7B9-F4FC-0785-71B5-736FD9D92FDF}"/>
              </a:ext>
            </a:extLst>
          </p:cNvPr>
          <p:cNvSpPr/>
          <p:nvPr/>
        </p:nvSpPr>
        <p:spPr>
          <a:xfrm>
            <a:off x="1169668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88" name="Rechteck: abgerundete Ecken 1287">
            <a:extLst>
              <a:ext uri="{FF2B5EF4-FFF2-40B4-BE49-F238E27FC236}">
                <a16:creationId xmlns:a16="http://schemas.microsoft.com/office/drawing/2014/main" id="{148993B1-5478-B8FE-351B-0CB857B0B715}"/>
              </a:ext>
            </a:extLst>
          </p:cNvPr>
          <p:cNvSpPr/>
          <p:nvPr/>
        </p:nvSpPr>
        <p:spPr>
          <a:xfrm>
            <a:off x="12048712" y="1679169"/>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050" dirty="0">
                <a:solidFill>
                  <a:sysClr val="windowText" lastClr="000000"/>
                </a:solidFill>
              </a:rPr>
              <a:t>20</a:t>
            </a:r>
          </a:p>
        </p:txBody>
      </p:sp>
      <p:sp>
        <p:nvSpPr>
          <p:cNvPr id="1289" name="Rechteck: abgerundete Ecken 1288">
            <a:extLst>
              <a:ext uri="{FF2B5EF4-FFF2-40B4-BE49-F238E27FC236}">
                <a16:creationId xmlns:a16="http://schemas.microsoft.com/office/drawing/2014/main" id="{991BA923-AE3E-6136-5FD3-6D1336DACCD1}"/>
              </a:ext>
            </a:extLst>
          </p:cNvPr>
          <p:cNvSpPr/>
          <p:nvPr/>
        </p:nvSpPr>
        <p:spPr>
          <a:xfrm>
            <a:off x="1240073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90" name="Rechteck: abgerundete Ecken 1289">
            <a:extLst>
              <a:ext uri="{FF2B5EF4-FFF2-40B4-BE49-F238E27FC236}">
                <a16:creationId xmlns:a16="http://schemas.microsoft.com/office/drawing/2014/main" id="{B25EB5BF-56B7-C800-40CE-2F6A3C01EBA0}"/>
              </a:ext>
            </a:extLst>
          </p:cNvPr>
          <p:cNvSpPr/>
          <p:nvPr/>
        </p:nvSpPr>
        <p:spPr>
          <a:xfrm>
            <a:off x="12752760"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91" name="Rechteck: abgerundete Ecken 1290">
            <a:extLst>
              <a:ext uri="{FF2B5EF4-FFF2-40B4-BE49-F238E27FC236}">
                <a16:creationId xmlns:a16="http://schemas.microsoft.com/office/drawing/2014/main" id="{9CCDF063-C03B-F536-3293-83384C5D3F75}"/>
              </a:ext>
            </a:extLst>
          </p:cNvPr>
          <p:cNvSpPr/>
          <p:nvPr/>
        </p:nvSpPr>
        <p:spPr>
          <a:xfrm>
            <a:off x="1310478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92" name="Rechteck: abgerundete Ecken 1291">
            <a:extLst>
              <a:ext uri="{FF2B5EF4-FFF2-40B4-BE49-F238E27FC236}">
                <a16:creationId xmlns:a16="http://schemas.microsoft.com/office/drawing/2014/main" id="{A657DE16-8CB8-4EC3-9E56-1E6EBABDFE2B}"/>
              </a:ext>
            </a:extLst>
          </p:cNvPr>
          <p:cNvSpPr/>
          <p:nvPr/>
        </p:nvSpPr>
        <p:spPr>
          <a:xfrm>
            <a:off x="1345680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293" name="Rechteck: abgerundete Ecken 1292">
            <a:extLst>
              <a:ext uri="{FF2B5EF4-FFF2-40B4-BE49-F238E27FC236}">
                <a16:creationId xmlns:a16="http://schemas.microsoft.com/office/drawing/2014/main" id="{2D09BD1F-8CEF-505A-8527-C8F36C60C1CC}"/>
              </a:ext>
            </a:extLst>
          </p:cNvPr>
          <p:cNvSpPr/>
          <p:nvPr/>
        </p:nvSpPr>
        <p:spPr>
          <a:xfrm>
            <a:off x="13808832"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1600" dirty="0">
                <a:solidFill>
                  <a:sysClr val="windowText" lastClr="000000"/>
                </a:solidFill>
              </a:rPr>
              <a:t>25</a:t>
            </a:r>
          </a:p>
        </p:txBody>
      </p:sp>
      <p:sp>
        <p:nvSpPr>
          <p:cNvPr id="1302" name="Textfeld 1301">
            <a:extLst>
              <a:ext uri="{FF2B5EF4-FFF2-40B4-BE49-F238E27FC236}">
                <a16:creationId xmlns:a16="http://schemas.microsoft.com/office/drawing/2014/main" id="{DBA932B2-7FF2-3029-FC81-CA2EF0B8C43E}"/>
              </a:ext>
            </a:extLst>
          </p:cNvPr>
          <p:cNvSpPr txBox="1"/>
          <p:nvPr/>
        </p:nvSpPr>
        <p:spPr>
          <a:xfrm>
            <a:off x="5646126" y="-1672631"/>
            <a:ext cx="1367716" cy="276999"/>
          </a:xfrm>
          <a:prstGeom prst="rect">
            <a:avLst/>
          </a:prstGeom>
          <a:noFill/>
        </p:spPr>
        <p:txBody>
          <a:bodyPr wrap="square" rtlCol="0">
            <a:spAutoFit/>
          </a:bodyPr>
          <a:lstStyle/>
          <a:p>
            <a:r>
              <a:rPr lang="de-DE" sz="1200" dirty="0"/>
              <a:t>10 Minimal</a:t>
            </a:r>
            <a:endParaRPr lang="de-DE" sz="1050" dirty="0"/>
          </a:p>
        </p:txBody>
      </p:sp>
      <p:sp>
        <p:nvSpPr>
          <p:cNvPr id="1303" name="Textfeld 1302">
            <a:extLst>
              <a:ext uri="{FF2B5EF4-FFF2-40B4-BE49-F238E27FC236}">
                <a16:creationId xmlns:a16="http://schemas.microsoft.com/office/drawing/2014/main" id="{6F2840FC-5AEF-8F1B-36D8-A44B0BF4298C}"/>
              </a:ext>
            </a:extLst>
          </p:cNvPr>
          <p:cNvSpPr txBox="1"/>
          <p:nvPr/>
        </p:nvSpPr>
        <p:spPr>
          <a:xfrm>
            <a:off x="9188531" y="-1743711"/>
            <a:ext cx="1367716" cy="276999"/>
          </a:xfrm>
          <a:prstGeom prst="rect">
            <a:avLst/>
          </a:prstGeom>
          <a:noFill/>
        </p:spPr>
        <p:txBody>
          <a:bodyPr wrap="square" rtlCol="0">
            <a:spAutoFit/>
          </a:bodyPr>
          <a:lstStyle/>
          <a:p>
            <a:r>
              <a:rPr lang="de-DE" sz="1200" dirty="0"/>
              <a:t>20 Bescheiden</a:t>
            </a:r>
            <a:endParaRPr lang="de-DE" sz="1050" dirty="0"/>
          </a:p>
        </p:txBody>
      </p:sp>
      <p:sp>
        <p:nvSpPr>
          <p:cNvPr id="1305" name="Textfeld 1304">
            <a:extLst>
              <a:ext uri="{FF2B5EF4-FFF2-40B4-BE49-F238E27FC236}">
                <a16:creationId xmlns:a16="http://schemas.microsoft.com/office/drawing/2014/main" id="{31FFB7EC-DE22-C0F1-252A-4FFCDAD26AE6}"/>
              </a:ext>
            </a:extLst>
          </p:cNvPr>
          <p:cNvSpPr txBox="1"/>
          <p:nvPr/>
        </p:nvSpPr>
        <p:spPr>
          <a:xfrm>
            <a:off x="6191959" y="-541040"/>
            <a:ext cx="1367716" cy="276999"/>
          </a:xfrm>
          <a:prstGeom prst="rect">
            <a:avLst/>
          </a:prstGeom>
          <a:noFill/>
        </p:spPr>
        <p:txBody>
          <a:bodyPr wrap="square" rtlCol="0">
            <a:spAutoFit/>
          </a:bodyPr>
          <a:lstStyle/>
          <a:p>
            <a:r>
              <a:rPr lang="de-DE" sz="1200" dirty="0"/>
              <a:t>40 Gut!</a:t>
            </a:r>
            <a:endParaRPr lang="de-DE" sz="1050" dirty="0"/>
          </a:p>
        </p:txBody>
      </p:sp>
      <p:sp>
        <p:nvSpPr>
          <p:cNvPr id="1306" name="Textfeld 1305">
            <a:extLst>
              <a:ext uri="{FF2B5EF4-FFF2-40B4-BE49-F238E27FC236}">
                <a16:creationId xmlns:a16="http://schemas.microsoft.com/office/drawing/2014/main" id="{C19AA220-E52B-3C10-D967-C56DBD675759}"/>
              </a:ext>
            </a:extLst>
          </p:cNvPr>
          <p:cNvSpPr txBox="1"/>
          <p:nvPr/>
        </p:nvSpPr>
        <p:spPr>
          <a:xfrm>
            <a:off x="5553627" y="-470060"/>
            <a:ext cx="1615219" cy="276999"/>
          </a:xfrm>
          <a:prstGeom prst="rect">
            <a:avLst/>
          </a:prstGeom>
          <a:noFill/>
        </p:spPr>
        <p:txBody>
          <a:bodyPr wrap="square" rtlCol="0">
            <a:spAutoFit/>
          </a:bodyPr>
          <a:lstStyle/>
          <a:p>
            <a:r>
              <a:rPr lang="de-DE" sz="1200" dirty="0"/>
              <a:t>50 Klimaneutral!</a:t>
            </a:r>
            <a:endParaRPr lang="de-DE" sz="1050" dirty="0"/>
          </a:p>
        </p:txBody>
      </p:sp>
      <p:sp>
        <p:nvSpPr>
          <p:cNvPr id="1342" name="Textfeld 1341">
            <a:extLst>
              <a:ext uri="{FF2B5EF4-FFF2-40B4-BE49-F238E27FC236}">
                <a16:creationId xmlns:a16="http://schemas.microsoft.com/office/drawing/2014/main" id="{FA136253-596F-FC31-588D-C26F7D566062}"/>
              </a:ext>
            </a:extLst>
          </p:cNvPr>
          <p:cNvSpPr txBox="1"/>
          <p:nvPr/>
        </p:nvSpPr>
        <p:spPr>
          <a:xfrm>
            <a:off x="1716663" y="10051685"/>
            <a:ext cx="1648677" cy="523220"/>
          </a:xfrm>
          <a:prstGeom prst="rect">
            <a:avLst/>
          </a:prstGeom>
          <a:noFill/>
        </p:spPr>
        <p:txBody>
          <a:bodyPr wrap="square" rtlCol="0">
            <a:spAutoFit/>
          </a:bodyPr>
          <a:lstStyle/>
          <a:p>
            <a:pPr algn="ctr"/>
            <a:r>
              <a:rPr lang="de-DE" sz="1400" b="1" dirty="0"/>
              <a:t>Bauliche </a:t>
            </a:r>
          </a:p>
          <a:p>
            <a:pPr algn="ctr"/>
            <a:r>
              <a:rPr lang="de-DE" sz="1400" b="1" dirty="0"/>
              <a:t>Emissionen</a:t>
            </a:r>
          </a:p>
        </p:txBody>
      </p:sp>
      <p:sp>
        <p:nvSpPr>
          <p:cNvPr id="1343" name="Textfeld 1342">
            <a:extLst>
              <a:ext uri="{FF2B5EF4-FFF2-40B4-BE49-F238E27FC236}">
                <a16:creationId xmlns:a16="http://schemas.microsoft.com/office/drawing/2014/main" id="{B6DCEDC8-4785-944F-CC02-6C7129A7B456}"/>
              </a:ext>
            </a:extLst>
          </p:cNvPr>
          <p:cNvSpPr txBox="1"/>
          <p:nvPr/>
        </p:nvSpPr>
        <p:spPr>
          <a:xfrm>
            <a:off x="13064538" y="10267128"/>
            <a:ext cx="1858886" cy="307777"/>
          </a:xfrm>
          <a:prstGeom prst="rect">
            <a:avLst/>
          </a:prstGeom>
          <a:noFill/>
        </p:spPr>
        <p:txBody>
          <a:bodyPr wrap="square" rtlCol="0">
            <a:spAutoFit/>
          </a:bodyPr>
          <a:lstStyle/>
          <a:p>
            <a:pPr algn="ctr"/>
            <a:r>
              <a:rPr lang="de-DE" sz="1400" b="1" dirty="0"/>
              <a:t>Zufriedenheit</a:t>
            </a:r>
          </a:p>
        </p:txBody>
      </p:sp>
      <p:sp>
        <p:nvSpPr>
          <p:cNvPr id="1344" name="Textfeld 1343">
            <a:extLst>
              <a:ext uri="{FF2B5EF4-FFF2-40B4-BE49-F238E27FC236}">
                <a16:creationId xmlns:a16="http://schemas.microsoft.com/office/drawing/2014/main" id="{045AFA39-DA8A-CE34-18E3-96418A7ED873}"/>
              </a:ext>
            </a:extLst>
          </p:cNvPr>
          <p:cNvSpPr txBox="1"/>
          <p:nvPr/>
        </p:nvSpPr>
        <p:spPr>
          <a:xfrm>
            <a:off x="9442255" y="10051685"/>
            <a:ext cx="1031436" cy="523220"/>
          </a:xfrm>
          <a:prstGeom prst="rect">
            <a:avLst/>
          </a:prstGeom>
          <a:noFill/>
        </p:spPr>
        <p:txBody>
          <a:bodyPr wrap="square" rtlCol="0">
            <a:spAutoFit/>
          </a:bodyPr>
          <a:lstStyle/>
          <a:p>
            <a:pPr algn="ctr"/>
            <a:r>
              <a:rPr lang="de-DE" sz="1400" b="1" dirty="0"/>
              <a:t>Strom-Bedarf</a:t>
            </a:r>
          </a:p>
        </p:txBody>
      </p:sp>
      <p:sp>
        <p:nvSpPr>
          <p:cNvPr id="1345" name="Textfeld 1344">
            <a:extLst>
              <a:ext uri="{FF2B5EF4-FFF2-40B4-BE49-F238E27FC236}">
                <a16:creationId xmlns:a16="http://schemas.microsoft.com/office/drawing/2014/main" id="{F241F4AB-36E1-EE2D-ED59-EA19F47FC7D5}"/>
              </a:ext>
            </a:extLst>
          </p:cNvPr>
          <p:cNvSpPr txBox="1"/>
          <p:nvPr/>
        </p:nvSpPr>
        <p:spPr>
          <a:xfrm>
            <a:off x="10295269" y="10051685"/>
            <a:ext cx="1898462" cy="523220"/>
          </a:xfrm>
          <a:prstGeom prst="rect">
            <a:avLst/>
          </a:prstGeom>
          <a:noFill/>
        </p:spPr>
        <p:txBody>
          <a:bodyPr wrap="square" rtlCol="0">
            <a:spAutoFit/>
          </a:bodyPr>
          <a:lstStyle/>
          <a:p>
            <a:pPr algn="ctr"/>
            <a:r>
              <a:rPr lang="de-DE" sz="1400" b="1" dirty="0"/>
              <a:t>Strom-</a:t>
            </a:r>
          </a:p>
          <a:p>
            <a:pPr algn="ctr"/>
            <a:r>
              <a:rPr lang="de-DE" sz="1400" b="1" dirty="0"/>
              <a:t>Produktion</a:t>
            </a:r>
          </a:p>
        </p:txBody>
      </p:sp>
      <p:sp>
        <p:nvSpPr>
          <p:cNvPr id="1346" name="Textfeld 1345">
            <a:extLst>
              <a:ext uri="{FF2B5EF4-FFF2-40B4-BE49-F238E27FC236}">
                <a16:creationId xmlns:a16="http://schemas.microsoft.com/office/drawing/2014/main" id="{14F34A14-FB29-F0CC-B040-650C556EC320}"/>
              </a:ext>
            </a:extLst>
          </p:cNvPr>
          <p:cNvSpPr txBox="1"/>
          <p:nvPr/>
        </p:nvSpPr>
        <p:spPr>
          <a:xfrm>
            <a:off x="11500073" y="10051685"/>
            <a:ext cx="1898462" cy="523220"/>
          </a:xfrm>
          <a:prstGeom prst="rect">
            <a:avLst/>
          </a:prstGeom>
          <a:noFill/>
        </p:spPr>
        <p:txBody>
          <a:bodyPr wrap="square" rtlCol="0">
            <a:spAutoFit/>
          </a:bodyPr>
          <a:lstStyle/>
          <a:p>
            <a:pPr algn="ctr"/>
            <a:r>
              <a:rPr lang="de-DE" sz="1400" b="1" dirty="0"/>
              <a:t>Speicher-</a:t>
            </a:r>
          </a:p>
          <a:p>
            <a:pPr algn="ctr"/>
            <a:r>
              <a:rPr lang="de-DE" sz="1400" b="1" dirty="0"/>
              <a:t>Potential</a:t>
            </a:r>
          </a:p>
        </p:txBody>
      </p:sp>
      <p:pic>
        <p:nvPicPr>
          <p:cNvPr id="1347" name="Picture 68">
            <a:extLst>
              <a:ext uri="{FF2B5EF4-FFF2-40B4-BE49-F238E27FC236}">
                <a16:creationId xmlns:a16="http://schemas.microsoft.com/office/drawing/2014/main" id="{DF94C4E1-71DF-9B1D-B781-6129C94914B9}"/>
              </a:ext>
            </a:extLst>
          </p:cNvPr>
          <p:cNvPicPr>
            <a:picLocks noChangeAspect="1"/>
          </p:cNvPicPr>
          <p:nvPr/>
        </p:nvPicPr>
        <p:blipFill>
          <a:blip r:embed="rId1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657516" y="9435819"/>
            <a:ext cx="221718" cy="221718"/>
          </a:xfrm>
          <a:prstGeom prst="rect">
            <a:avLst/>
          </a:prstGeom>
        </p:spPr>
      </p:pic>
      <p:sp>
        <p:nvSpPr>
          <p:cNvPr id="1348" name="Textfeld 1347">
            <a:extLst>
              <a:ext uri="{FF2B5EF4-FFF2-40B4-BE49-F238E27FC236}">
                <a16:creationId xmlns:a16="http://schemas.microsoft.com/office/drawing/2014/main" id="{7CBB2B4A-FCF8-EF7D-B908-9A4A315D5935}"/>
              </a:ext>
            </a:extLst>
          </p:cNvPr>
          <p:cNvSpPr txBox="1"/>
          <p:nvPr/>
        </p:nvSpPr>
        <p:spPr>
          <a:xfrm>
            <a:off x="10553254" y="9380045"/>
            <a:ext cx="510076" cy="230832"/>
          </a:xfrm>
          <a:prstGeom prst="rect">
            <a:avLst/>
          </a:prstGeom>
          <a:noFill/>
        </p:spPr>
        <p:txBody>
          <a:bodyPr wrap="none" rtlCol="0">
            <a:spAutoFit/>
          </a:bodyPr>
          <a:lstStyle/>
          <a:p>
            <a:r>
              <a:rPr lang="de-DE" sz="900" dirty="0"/>
              <a:t>Immer</a:t>
            </a:r>
          </a:p>
        </p:txBody>
      </p:sp>
      <p:sp>
        <p:nvSpPr>
          <p:cNvPr id="1349" name="Textfeld 1348">
            <a:extLst>
              <a:ext uri="{FF2B5EF4-FFF2-40B4-BE49-F238E27FC236}">
                <a16:creationId xmlns:a16="http://schemas.microsoft.com/office/drawing/2014/main" id="{F735E870-5023-0BB5-4257-5DB9A3876C57}"/>
              </a:ext>
            </a:extLst>
          </p:cNvPr>
          <p:cNvSpPr txBox="1"/>
          <p:nvPr/>
        </p:nvSpPr>
        <p:spPr>
          <a:xfrm>
            <a:off x="11562168" y="9635954"/>
            <a:ext cx="640304" cy="461665"/>
          </a:xfrm>
          <a:prstGeom prst="rect">
            <a:avLst/>
          </a:prstGeom>
          <a:noFill/>
        </p:spPr>
        <p:txBody>
          <a:bodyPr wrap="square" rtlCol="0">
            <a:spAutoFit/>
          </a:bodyPr>
          <a:lstStyle/>
          <a:p>
            <a:pPr algn="ctr"/>
            <a:r>
              <a:rPr lang="de-DE" sz="600" dirty="0"/>
              <a:t>Nur wenn beide Levels erreicht werden</a:t>
            </a:r>
          </a:p>
        </p:txBody>
      </p:sp>
      <p:graphicFrame>
        <p:nvGraphicFramePr>
          <p:cNvPr id="1351" name="Tabelle 1350">
            <a:extLst>
              <a:ext uri="{FF2B5EF4-FFF2-40B4-BE49-F238E27FC236}">
                <a16:creationId xmlns:a16="http://schemas.microsoft.com/office/drawing/2014/main" id="{61C4815E-5013-4171-A698-D6BDFD8BBE78}"/>
              </a:ext>
            </a:extLst>
          </p:cNvPr>
          <p:cNvGraphicFramePr>
            <a:graphicFrameLocks noGrp="1"/>
          </p:cNvGraphicFramePr>
          <p:nvPr>
            <p:extLst>
              <p:ext uri="{D42A27DB-BD31-4B8C-83A1-F6EECF244321}">
                <p14:modId xmlns:p14="http://schemas.microsoft.com/office/powerpoint/2010/main" val="410414659"/>
              </p:ext>
            </p:extLst>
          </p:nvPr>
        </p:nvGraphicFramePr>
        <p:xfrm>
          <a:off x="18601564" y="2022981"/>
          <a:ext cx="208670" cy="3859680"/>
        </p:xfrm>
        <a:graphic>
          <a:graphicData uri="http://schemas.openxmlformats.org/drawingml/2006/table">
            <a:tbl>
              <a:tblPr>
                <a:tableStyleId>{5C22544A-7EE6-4342-B048-85BDC9FD1C3A}</a:tableStyleId>
              </a:tblPr>
              <a:tblGrid>
                <a:gridCol w="208670">
                  <a:extLst>
                    <a:ext uri="{9D8B030D-6E8A-4147-A177-3AD203B41FA5}">
                      <a16:colId xmlns:a16="http://schemas.microsoft.com/office/drawing/2014/main" val="311902534"/>
                    </a:ext>
                  </a:extLst>
                </a:gridCol>
              </a:tblGrid>
              <a:tr h="350880">
                <a:tc>
                  <a:txBody>
                    <a:bodyPr/>
                    <a:lstStyle/>
                    <a:p>
                      <a:pPr algn="r"/>
                      <a:r>
                        <a:rPr lang="de-DE" sz="700" b="0" dirty="0"/>
                        <a:t>+20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+18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0880">
                <a:tc>
                  <a:txBody>
                    <a:bodyPr/>
                    <a:lstStyle/>
                    <a:p>
                      <a:pPr algn="r"/>
                      <a:r>
                        <a:rPr lang="de-DE" sz="700" b="0" dirty="0"/>
                        <a:t>+16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+14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0880">
                <a:tc>
                  <a:txBody>
                    <a:bodyPr/>
                    <a:lstStyle/>
                    <a:p>
                      <a:pPr marL="0" marR="0" lvl="0" indent="0" algn="r" defTabSz="1425550" rtl="0" eaLnBrk="1" fontAlgn="auto" latinLnBrk="0" hangingPunct="1">
                        <a:lnSpc>
                          <a:spcPct val="100000"/>
                        </a:lnSpc>
                        <a:spcBef>
                          <a:spcPts val="0"/>
                        </a:spcBef>
                        <a:spcAft>
                          <a:spcPts val="0"/>
                        </a:spcAft>
                        <a:buClrTx/>
                        <a:buSzTx/>
                        <a:buFontTx/>
                        <a:buNone/>
                        <a:tabLst/>
                        <a:defRPr/>
                      </a:pPr>
                      <a:r>
                        <a:rPr lang="de-DE" sz="700" b="0" dirty="0"/>
                        <a:t>+12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0880">
                <a:tc>
                  <a:txBody>
                    <a:bodyPr/>
                    <a:lstStyle/>
                    <a:p>
                      <a:pPr algn="r"/>
                      <a:r>
                        <a:rPr lang="de-DE" sz="700" b="0" dirty="0"/>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0880">
                <a:tc>
                  <a:txBody>
                    <a:bodyPr/>
                    <a:lstStyle/>
                    <a:p>
                      <a:pPr algn="r"/>
                      <a:r>
                        <a:rPr lang="de-DE" sz="700" b="0" dirty="0"/>
                        <a:t>+8</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0880">
                <a:tc>
                  <a:txBody>
                    <a:bodyPr/>
                    <a:lstStyle/>
                    <a:p>
                      <a:pPr algn="r"/>
                      <a:r>
                        <a:rPr lang="de-DE" sz="700" b="0" dirty="0"/>
                        <a:t>+6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0880">
                <a:tc>
                  <a:txBody>
                    <a:bodyPr/>
                    <a:lstStyle/>
                    <a:p>
                      <a:pPr algn="r"/>
                      <a:r>
                        <a:rPr lang="de-DE" sz="700" b="0" dirty="0"/>
                        <a:t>+4</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0880">
                <a:tc>
                  <a:txBody>
                    <a:bodyPr/>
                    <a:lstStyle/>
                    <a:p>
                      <a:pPr algn="r"/>
                      <a:r>
                        <a:rPr lang="de-DE" sz="700" b="0" dirty="0"/>
                        <a:t>+2</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50880">
                <a:tc>
                  <a:txBody>
                    <a:bodyPr/>
                    <a:lstStyle/>
                    <a:p>
                      <a:pPr algn="r"/>
                      <a:r>
                        <a:rPr lang="de-DE" sz="700" b="0" dirty="0"/>
                        <a:t>+1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aphicFrame>
        <p:nvGraphicFramePr>
          <p:cNvPr id="1354" name="Tabelle 1353">
            <a:extLst>
              <a:ext uri="{FF2B5EF4-FFF2-40B4-BE49-F238E27FC236}">
                <a16:creationId xmlns:a16="http://schemas.microsoft.com/office/drawing/2014/main" id="{4B768C02-0D07-00C5-1E1B-ED26A4438D93}"/>
              </a:ext>
            </a:extLst>
          </p:cNvPr>
          <p:cNvGraphicFramePr>
            <a:graphicFrameLocks noGrp="1"/>
          </p:cNvGraphicFramePr>
          <p:nvPr>
            <p:extLst>
              <p:ext uri="{D42A27DB-BD31-4B8C-83A1-F6EECF244321}">
                <p14:modId xmlns:p14="http://schemas.microsoft.com/office/powerpoint/2010/main" val="2519860002"/>
              </p:ext>
            </p:extLst>
          </p:nvPr>
        </p:nvGraphicFramePr>
        <p:xfrm>
          <a:off x="18423264" y="6658332"/>
          <a:ext cx="3287675" cy="3473700"/>
        </p:xfrm>
        <a:graphic>
          <a:graphicData uri="http://schemas.openxmlformats.org/drawingml/2006/table">
            <a:tbl>
              <a:tblPr/>
              <a:tblGrid>
                <a:gridCol w="657535">
                  <a:extLst>
                    <a:ext uri="{9D8B030D-6E8A-4147-A177-3AD203B41FA5}">
                      <a16:colId xmlns:a16="http://schemas.microsoft.com/office/drawing/2014/main" val="3935564523"/>
                    </a:ext>
                  </a:extLst>
                </a:gridCol>
                <a:gridCol w="657535">
                  <a:extLst>
                    <a:ext uri="{9D8B030D-6E8A-4147-A177-3AD203B41FA5}">
                      <a16:colId xmlns:a16="http://schemas.microsoft.com/office/drawing/2014/main" val="1416093164"/>
                    </a:ext>
                  </a:extLst>
                </a:gridCol>
                <a:gridCol w="657535">
                  <a:extLst>
                    <a:ext uri="{9D8B030D-6E8A-4147-A177-3AD203B41FA5}">
                      <a16:colId xmlns:a16="http://schemas.microsoft.com/office/drawing/2014/main" val="1713105741"/>
                    </a:ext>
                  </a:extLst>
                </a:gridCol>
                <a:gridCol w="657535">
                  <a:extLst>
                    <a:ext uri="{9D8B030D-6E8A-4147-A177-3AD203B41FA5}">
                      <a16:colId xmlns:a16="http://schemas.microsoft.com/office/drawing/2014/main" val="2308491657"/>
                    </a:ext>
                  </a:extLst>
                </a:gridCol>
                <a:gridCol w="657535">
                  <a:extLst>
                    <a:ext uri="{9D8B030D-6E8A-4147-A177-3AD203B41FA5}">
                      <a16:colId xmlns:a16="http://schemas.microsoft.com/office/drawing/2014/main" val="4064175999"/>
                    </a:ext>
                  </a:extLst>
                </a:gridCol>
              </a:tblGrid>
              <a:tr h="347370">
                <a:tc>
                  <a:txBody>
                    <a:bodyPr/>
                    <a:lstStyle/>
                    <a:p>
                      <a:pPr algn="ctr" rtl="0" fontAlgn="b">
                        <a:buNone/>
                      </a:pPr>
                      <a:r>
                        <a:rPr lang="de-DE" sz="120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49230808"/>
                  </a:ext>
                </a:extLst>
              </a:tr>
              <a:tr h="347370">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11338801"/>
                  </a:ext>
                </a:extLst>
              </a:tr>
              <a:tr h="347370">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83132993"/>
                  </a:ext>
                </a:extLst>
              </a:tr>
              <a:tr h="347370">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75865098"/>
                  </a:ext>
                </a:extLst>
              </a:tr>
              <a:tr h="347370">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99572818"/>
                  </a:ext>
                </a:extLst>
              </a:tr>
              <a:tr h="347370">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37789321"/>
                  </a:ext>
                </a:extLst>
              </a:tr>
              <a:tr h="347370">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02539343"/>
                  </a:ext>
                </a:extLst>
              </a:tr>
              <a:tr h="347370">
                <a:tc>
                  <a:txBody>
                    <a:bodyPr/>
                    <a:lstStyle/>
                    <a:p>
                      <a:pPr algn="ctr" rtl="0" fontAlgn="b">
                        <a:buNone/>
                      </a:pPr>
                      <a:r>
                        <a:rPr lang="de-DE" sz="1200">
                          <a:effectLst/>
                        </a:rPr>
                        <a:t>0</a:t>
                      </a:r>
                      <a:endParaRPr lang="de-DE" sz="1200" dirty="0">
                        <a:effectLst/>
                      </a:endParaRP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endParaRPr lang="de-DE" sz="1200" dirty="0">
                        <a:effectLst/>
                      </a:endParaRP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-6</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43314834"/>
                  </a:ext>
                </a:extLst>
              </a:tr>
              <a:tr h="347370">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-7</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96194553"/>
                  </a:ext>
                </a:extLst>
              </a:tr>
              <a:tr h="347370">
                <a:tc>
                  <a:txBody>
                    <a:bodyPr/>
                    <a:lstStyle/>
                    <a:p>
                      <a:pPr algn="ctr" rtl="0" fontAlgn="b">
                        <a:buNone/>
                      </a:pPr>
                      <a:r>
                        <a:rPr lang="de-DE" sz="1200">
                          <a:effectLst/>
                        </a:rPr>
                        <a:t>0</a:t>
                      </a:r>
                      <a:endParaRPr lang="de-DE" sz="1200" dirty="0">
                        <a:effectLst/>
                      </a:endParaRP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-8</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88866519"/>
                  </a:ext>
                </a:extLst>
              </a:tr>
            </a:tbl>
          </a:graphicData>
        </a:graphic>
      </p:graphicFrame>
      <p:graphicFrame>
        <p:nvGraphicFramePr>
          <p:cNvPr id="1355" name="Tabelle 1354">
            <a:extLst>
              <a:ext uri="{FF2B5EF4-FFF2-40B4-BE49-F238E27FC236}">
                <a16:creationId xmlns:a16="http://schemas.microsoft.com/office/drawing/2014/main" id="{EA7538EF-6E87-33F7-B9BA-B1B5721FB6B0}"/>
              </a:ext>
            </a:extLst>
          </p:cNvPr>
          <p:cNvGraphicFramePr>
            <a:graphicFrameLocks noGrp="1"/>
          </p:cNvGraphicFramePr>
          <p:nvPr>
            <p:extLst>
              <p:ext uri="{D42A27DB-BD31-4B8C-83A1-F6EECF244321}">
                <p14:modId xmlns:p14="http://schemas.microsoft.com/office/powerpoint/2010/main" val="1772616766"/>
              </p:ext>
            </p:extLst>
          </p:nvPr>
        </p:nvGraphicFramePr>
        <p:xfrm>
          <a:off x="-5870601" y="4894559"/>
          <a:ext cx="508696" cy="5173351"/>
        </p:xfrm>
        <a:graphic>
          <a:graphicData uri="http://schemas.openxmlformats.org/drawingml/2006/table">
            <a:tbl>
              <a:tblPr>
                <a:tableStyleId>{5C22544A-7EE6-4342-B048-85BDC9FD1C3A}</a:tableStyleId>
              </a:tblPr>
              <a:tblGrid>
                <a:gridCol w="508696">
                  <a:extLst>
                    <a:ext uri="{9D8B030D-6E8A-4147-A177-3AD203B41FA5}">
                      <a16:colId xmlns:a16="http://schemas.microsoft.com/office/drawing/2014/main" val="2159034684"/>
                    </a:ext>
                  </a:extLst>
                </a:gridCol>
              </a:tblGrid>
              <a:tr h="220197">
                <a:tc>
                  <a:txBody>
                    <a:bodyPr/>
                    <a:lstStyle/>
                    <a:p>
                      <a:pPr algn="ctr"/>
                      <a:r>
                        <a:rPr lang="de-DE" sz="800" b="1"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6440700"/>
                  </a:ext>
                </a:extLst>
              </a:tr>
              <a:tr h="220197">
                <a:tc>
                  <a:txBody>
                    <a:bodyPr/>
                    <a:lstStyle/>
                    <a:p>
                      <a:pPr algn="ctr"/>
                      <a:r>
                        <a:rPr lang="de-DE" sz="800" b="1" dirty="0"/>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1285960"/>
                  </a:ext>
                </a:extLst>
              </a:tr>
              <a:tr h="220197">
                <a:tc>
                  <a:txBody>
                    <a:bodyPr/>
                    <a:lstStyle/>
                    <a:p>
                      <a:pPr algn="ctr"/>
                      <a:r>
                        <a:rPr lang="de-DE" sz="800" b="1" dirty="0"/>
                        <a:t>18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7704163"/>
                  </a:ext>
                </a:extLst>
              </a:tr>
              <a:tr h="220197">
                <a:tc>
                  <a:txBody>
                    <a:bodyPr/>
                    <a:lstStyle/>
                    <a:p>
                      <a:pPr algn="ctr"/>
                      <a:r>
                        <a:rPr lang="de-DE" sz="800" b="1" dirty="0"/>
                        <a:t>17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596392"/>
                  </a:ext>
                </a:extLst>
              </a:tr>
              <a:tr h="220197">
                <a:tc>
                  <a:txBody>
                    <a:bodyPr/>
                    <a:lstStyle/>
                    <a:p>
                      <a:pPr algn="ctr"/>
                      <a:r>
                        <a:rPr lang="de-DE" sz="800" b="1" dirty="0"/>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792907"/>
                  </a:ext>
                </a:extLst>
              </a:tr>
              <a:tr h="220197">
                <a:tc>
                  <a:txBody>
                    <a:bodyPr/>
                    <a:lstStyle/>
                    <a:p>
                      <a:pPr algn="ctr"/>
                      <a:r>
                        <a:rPr lang="de-DE" sz="800" b="1"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175091"/>
                  </a:ext>
                </a:extLst>
              </a:tr>
              <a:tr h="220197">
                <a:tc>
                  <a:txBody>
                    <a:bodyPr/>
                    <a:lstStyle/>
                    <a:p>
                      <a:pPr algn="ctr"/>
                      <a:r>
                        <a:rPr lang="de-DE" sz="800" b="1"/>
                        <a:t>14</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1726141"/>
                  </a:ext>
                </a:extLst>
              </a:tr>
              <a:tr h="220197">
                <a:tc>
                  <a:txBody>
                    <a:bodyPr/>
                    <a:lstStyle/>
                    <a:p>
                      <a:pPr algn="ctr"/>
                      <a:r>
                        <a:rPr lang="de-DE" sz="800" b="1"/>
                        <a:t>13</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050030"/>
                  </a:ext>
                </a:extLst>
              </a:tr>
              <a:tr h="220197">
                <a:tc>
                  <a:txBody>
                    <a:bodyPr/>
                    <a:lstStyle/>
                    <a:p>
                      <a:pPr algn="ctr"/>
                      <a:r>
                        <a:rPr lang="de-DE" sz="800" b="1"/>
                        <a:t>12</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4535142"/>
                  </a:ext>
                </a:extLst>
              </a:tr>
              <a:tr h="220197">
                <a:tc>
                  <a:txBody>
                    <a:bodyPr/>
                    <a:lstStyle/>
                    <a:p>
                      <a:pPr algn="ctr"/>
                      <a:r>
                        <a:rPr lang="de-DE" sz="800" b="1"/>
                        <a:t>11</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156307"/>
                  </a:ext>
                </a:extLst>
              </a:tr>
              <a:tr h="220197">
                <a:tc>
                  <a:txBody>
                    <a:bodyPr/>
                    <a:lstStyle/>
                    <a:p>
                      <a:pPr algn="ctr"/>
                      <a:r>
                        <a:rPr lang="de-DE" sz="800" b="1"/>
                        <a:t>10</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186504"/>
                  </a:ext>
                </a:extLst>
              </a:tr>
              <a:tr h="220197">
                <a:tc>
                  <a:txBody>
                    <a:bodyPr/>
                    <a:lstStyle/>
                    <a:p>
                      <a:pPr algn="ctr"/>
                      <a:r>
                        <a:rPr lang="de-DE" sz="800" b="1"/>
                        <a:t>9</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498711"/>
                  </a:ext>
                </a:extLst>
              </a:tr>
              <a:tr h="220197">
                <a:tc>
                  <a:txBody>
                    <a:bodyPr/>
                    <a:lstStyle/>
                    <a:p>
                      <a:pPr algn="ctr"/>
                      <a:r>
                        <a:rPr lang="de-DE" sz="800" b="1"/>
                        <a:t>8</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594989"/>
                  </a:ext>
                </a:extLst>
              </a:tr>
              <a:tr h="220197">
                <a:tc>
                  <a:txBody>
                    <a:bodyPr/>
                    <a:lstStyle/>
                    <a:p>
                      <a:pPr algn="ctr"/>
                      <a:r>
                        <a:rPr lang="de-DE" sz="800" b="1"/>
                        <a:t>7</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700669"/>
                  </a:ext>
                </a:extLst>
              </a:tr>
              <a:tr h="220197">
                <a:tc>
                  <a:txBody>
                    <a:bodyPr/>
                    <a:lstStyle/>
                    <a:p>
                      <a:pPr algn="ctr"/>
                      <a:r>
                        <a:rPr lang="de-DE" sz="800" b="1"/>
                        <a:t>6</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046048"/>
                  </a:ext>
                </a:extLst>
              </a:tr>
              <a:tr h="220197">
                <a:tc>
                  <a:txBody>
                    <a:bodyPr/>
                    <a:lstStyle/>
                    <a:p>
                      <a:pPr algn="ctr"/>
                      <a:r>
                        <a:rPr lang="de-DE" sz="800" b="1"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058479"/>
                  </a:ext>
                </a:extLst>
              </a:tr>
              <a:tr h="220197">
                <a:tc>
                  <a:txBody>
                    <a:bodyPr/>
                    <a:lstStyle/>
                    <a:p>
                      <a:pPr algn="ctr"/>
                      <a:r>
                        <a:rPr lang="de-DE" sz="800" b="1"/>
                        <a:t>4</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968306"/>
                  </a:ext>
                </a:extLst>
              </a:tr>
              <a:tr h="220197">
                <a:tc>
                  <a:txBody>
                    <a:bodyPr/>
                    <a:lstStyle/>
                    <a:p>
                      <a:pPr algn="ctr"/>
                      <a:r>
                        <a:rPr lang="de-DE" sz="800" b="1"/>
                        <a:t>3</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0780604"/>
                  </a:ext>
                </a:extLst>
              </a:tr>
              <a:tr h="220197">
                <a:tc>
                  <a:txBody>
                    <a:bodyPr/>
                    <a:lstStyle/>
                    <a:p>
                      <a:pPr algn="ctr"/>
                      <a:r>
                        <a:rPr lang="de-DE" sz="800" b="1"/>
                        <a:t>2</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001101"/>
                  </a:ext>
                </a:extLst>
              </a:tr>
              <a:tr h="247402">
                <a:tc>
                  <a:txBody>
                    <a:bodyPr/>
                    <a:lstStyle/>
                    <a:p>
                      <a:pPr algn="ctr"/>
                      <a:r>
                        <a:rPr lang="de-DE" sz="800" b="1"/>
                        <a:t>1</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6104"/>
                  </a:ext>
                </a:extLst>
              </a:tr>
              <a:tr h="247402">
                <a:tc>
                  <a:txBody>
                    <a:bodyPr/>
                    <a:lstStyle/>
                    <a:p>
                      <a:pPr algn="ctr"/>
                      <a:r>
                        <a:rPr lang="de-DE" sz="800" b="1"/>
                        <a:t>0</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929110"/>
                  </a:ext>
                </a:extLst>
              </a:tr>
              <a:tr h="247402">
                <a:tc>
                  <a:txBody>
                    <a:bodyPr/>
                    <a:lstStyle/>
                    <a:p>
                      <a:pPr algn="ctr"/>
                      <a:r>
                        <a:rPr lang="de-DE" sz="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2155837"/>
                  </a:ext>
                </a:extLst>
              </a:tr>
              <a:tr h="247402">
                <a:tc>
                  <a:txBody>
                    <a:bodyPr/>
                    <a:lstStyle/>
                    <a:p>
                      <a:pPr algn="ctr"/>
                      <a:r>
                        <a:rPr lang="de-DE" sz="800" b="1"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845436"/>
                  </a:ext>
                </a:extLst>
              </a:tr>
            </a:tbl>
          </a:graphicData>
        </a:graphic>
      </p:graphicFrame>
      <p:graphicFrame>
        <p:nvGraphicFramePr>
          <p:cNvPr id="1356" name="Tabelle 1355">
            <a:extLst>
              <a:ext uri="{FF2B5EF4-FFF2-40B4-BE49-F238E27FC236}">
                <a16:creationId xmlns:a16="http://schemas.microsoft.com/office/drawing/2014/main" id="{06122656-0189-F8EF-9BD1-F57A8D1FE7FA}"/>
              </a:ext>
            </a:extLst>
          </p:cNvPr>
          <p:cNvGraphicFramePr>
            <a:graphicFrameLocks noGrp="1"/>
          </p:cNvGraphicFramePr>
          <p:nvPr>
            <p:extLst>
              <p:ext uri="{D42A27DB-BD31-4B8C-83A1-F6EECF244321}">
                <p14:modId xmlns:p14="http://schemas.microsoft.com/office/powerpoint/2010/main" val="4110830978"/>
              </p:ext>
            </p:extLst>
          </p:nvPr>
        </p:nvGraphicFramePr>
        <p:xfrm>
          <a:off x="-3391251" y="4269904"/>
          <a:ext cx="508696" cy="5173351"/>
        </p:xfrm>
        <a:graphic>
          <a:graphicData uri="http://schemas.openxmlformats.org/drawingml/2006/table">
            <a:tbl>
              <a:tblPr>
                <a:tableStyleId>{5C22544A-7EE6-4342-B048-85BDC9FD1C3A}</a:tableStyleId>
              </a:tblPr>
              <a:tblGrid>
                <a:gridCol w="508696">
                  <a:extLst>
                    <a:ext uri="{9D8B030D-6E8A-4147-A177-3AD203B41FA5}">
                      <a16:colId xmlns:a16="http://schemas.microsoft.com/office/drawing/2014/main" val="2159034684"/>
                    </a:ext>
                  </a:extLst>
                </a:gridCol>
              </a:tblGrid>
              <a:tr h="220197">
                <a:tc>
                  <a:txBody>
                    <a:bodyPr/>
                    <a:lstStyle/>
                    <a:p>
                      <a:pPr algn="ctr"/>
                      <a:r>
                        <a:rPr lang="de-DE" sz="800" b="1" dirty="0"/>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6440700"/>
                  </a:ext>
                </a:extLst>
              </a:tr>
              <a:tr h="220197">
                <a:tc>
                  <a:txBody>
                    <a:bodyPr/>
                    <a:lstStyle/>
                    <a:p>
                      <a:pPr algn="ctr"/>
                      <a:r>
                        <a:rPr lang="de-DE" sz="800" b="1" dirty="0"/>
                        <a:t>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1285960"/>
                  </a:ext>
                </a:extLst>
              </a:tr>
              <a:tr h="220197">
                <a:tc>
                  <a:txBody>
                    <a:bodyPr/>
                    <a:lstStyle/>
                    <a:p>
                      <a:pPr algn="ctr"/>
                      <a:r>
                        <a:rPr lang="de-DE" sz="800" b="1" dirty="0"/>
                        <a:t>18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7704163"/>
                  </a:ext>
                </a:extLst>
              </a:tr>
              <a:tr h="220197">
                <a:tc>
                  <a:txBody>
                    <a:bodyPr/>
                    <a:lstStyle/>
                    <a:p>
                      <a:pPr algn="ctr"/>
                      <a:r>
                        <a:rPr lang="de-DE" sz="800" b="1" dirty="0"/>
                        <a:t>17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596392"/>
                  </a:ext>
                </a:extLst>
              </a:tr>
              <a:tr h="220197">
                <a:tc>
                  <a:txBody>
                    <a:bodyPr/>
                    <a:lstStyle/>
                    <a:p>
                      <a:pPr algn="ctr"/>
                      <a:r>
                        <a:rPr lang="de-DE" sz="800" b="1" dirty="0"/>
                        <a:t>16</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7792907"/>
                  </a:ext>
                </a:extLst>
              </a:tr>
              <a:tr h="220197">
                <a:tc>
                  <a:txBody>
                    <a:bodyPr/>
                    <a:lstStyle/>
                    <a:p>
                      <a:pPr algn="ctr"/>
                      <a:r>
                        <a:rPr lang="de-DE" sz="800" b="1" dirty="0"/>
                        <a:t>15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175091"/>
                  </a:ext>
                </a:extLst>
              </a:tr>
              <a:tr h="220197">
                <a:tc>
                  <a:txBody>
                    <a:bodyPr/>
                    <a:lstStyle/>
                    <a:p>
                      <a:pPr algn="ctr"/>
                      <a:r>
                        <a:rPr lang="de-DE" sz="800" b="1"/>
                        <a:t>14</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1726141"/>
                  </a:ext>
                </a:extLst>
              </a:tr>
              <a:tr h="220197">
                <a:tc>
                  <a:txBody>
                    <a:bodyPr/>
                    <a:lstStyle/>
                    <a:p>
                      <a:pPr algn="ctr"/>
                      <a:r>
                        <a:rPr lang="de-DE" sz="800" b="1"/>
                        <a:t>13</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050030"/>
                  </a:ext>
                </a:extLst>
              </a:tr>
              <a:tr h="220197">
                <a:tc>
                  <a:txBody>
                    <a:bodyPr/>
                    <a:lstStyle/>
                    <a:p>
                      <a:pPr algn="ctr"/>
                      <a:r>
                        <a:rPr lang="de-DE" sz="800" b="1"/>
                        <a:t>12</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4535142"/>
                  </a:ext>
                </a:extLst>
              </a:tr>
              <a:tr h="220197">
                <a:tc>
                  <a:txBody>
                    <a:bodyPr/>
                    <a:lstStyle/>
                    <a:p>
                      <a:pPr algn="ctr"/>
                      <a:r>
                        <a:rPr lang="de-DE" sz="800" b="1"/>
                        <a:t>11</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156307"/>
                  </a:ext>
                </a:extLst>
              </a:tr>
              <a:tr h="220197">
                <a:tc>
                  <a:txBody>
                    <a:bodyPr/>
                    <a:lstStyle/>
                    <a:p>
                      <a:pPr algn="ctr"/>
                      <a:r>
                        <a:rPr lang="de-DE" sz="800" b="1"/>
                        <a:t>10</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186504"/>
                  </a:ext>
                </a:extLst>
              </a:tr>
              <a:tr h="220197">
                <a:tc>
                  <a:txBody>
                    <a:bodyPr/>
                    <a:lstStyle/>
                    <a:p>
                      <a:pPr algn="ctr"/>
                      <a:r>
                        <a:rPr lang="de-DE" sz="800" b="1" dirty="0"/>
                        <a:t>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3498711"/>
                  </a:ext>
                </a:extLst>
              </a:tr>
              <a:tr h="220197">
                <a:tc>
                  <a:txBody>
                    <a:bodyPr/>
                    <a:lstStyle/>
                    <a:p>
                      <a:pPr algn="ctr"/>
                      <a:r>
                        <a:rPr lang="de-DE" sz="800" b="1"/>
                        <a:t>8</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594989"/>
                  </a:ext>
                </a:extLst>
              </a:tr>
              <a:tr h="220197">
                <a:tc>
                  <a:txBody>
                    <a:bodyPr/>
                    <a:lstStyle/>
                    <a:p>
                      <a:pPr algn="ctr"/>
                      <a:r>
                        <a:rPr lang="de-DE" sz="800" b="1"/>
                        <a:t>7</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700669"/>
                  </a:ext>
                </a:extLst>
              </a:tr>
              <a:tr h="220197">
                <a:tc>
                  <a:txBody>
                    <a:bodyPr/>
                    <a:lstStyle/>
                    <a:p>
                      <a:pPr algn="ctr"/>
                      <a:r>
                        <a:rPr lang="de-DE" sz="800" b="1"/>
                        <a:t>6</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1046048"/>
                  </a:ext>
                </a:extLst>
              </a:tr>
              <a:tr h="220197">
                <a:tc>
                  <a:txBody>
                    <a:bodyPr/>
                    <a:lstStyle/>
                    <a:p>
                      <a:pPr algn="ctr"/>
                      <a:r>
                        <a:rPr lang="de-DE" sz="800" b="1" dirty="0"/>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058479"/>
                  </a:ext>
                </a:extLst>
              </a:tr>
              <a:tr h="220197">
                <a:tc>
                  <a:txBody>
                    <a:bodyPr/>
                    <a:lstStyle/>
                    <a:p>
                      <a:pPr algn="ctr"/>
                      <a:r>
                        <a:rPr lang="de-DE" sz="800" b="1"/>
                        <a:t>4</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968306"/>
                  </a:ext>
                </a:extLst>
              </a:tr>
              <a:tr h="220197">
                <a:tc>
                  <a:txBody>
                    <a:bodyPr/>
                    <a:lstStyle/>
                    <a:p>
                      <a:pPr algn="ctr"/>
                      <a:r>
                        <a:rPr lang="de-DE" sz="800" b="1"/>
                        <a:t>3</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0780604"/>
                  </a:ext>
                </a:extLst>
              </a:tr>
              <a:tr h="220197">
                <a:tc>
                  <a:txBody>
                    <a:bodyPr/>
                    <a:lstStyle/>
                    <a:p>
                      <a:pPr algn="ctr"/>
                      <a:r>
                        <a:rPr lang="de-DE" sz="800" b="1"/>
                        <a:t>2</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6001101"/>
                  </a:ext>
                </a:extLst>
              </a:tr>
              <a:tr h="247402">
                <a:tc>
                  <a:txBody>
                    <a:bodyPr/>
                    <a:lstStyle/>
                    <a:p>
                      <a:pPr algn="ctr"/>
                      <a:r>
                        <a:rPr lang="de-DE" sz="800" b="1"/>
                        <a:t>1</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6104"/>
                  </a:ext>
                </a:extLst>
              </a:tr>
              <a:tr h="247402">
                <a:tc>
                  <a:txBody>
                    <a:bodyPr/>
                    <a:lstStyle/>
                    <a:p>
                      <a:pPr algn="ctr"/>
                      <a:r>
                        <a:rPr lang="de-DE" sz="800" b="1"/>
                        <a:t>0</a:t>
                      </a:r>
                      <a:endParaRPr lang="de-DE" sz="8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2929110"/>
                  </a:ext>
                </a:extLst>
              </a:tr>
              <a:tr h="247402">
                <a:tc>
                  <a:txBody>
                    <a:bodyPr/>
                    <a:lstStyle/>
                    <a:p>
                      <a:pPr algn="ctr"/>
                      <a:r>
                        <a:rPr lang="de-DE" sz="800" b="1" dirty="0"/>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2155837"/>
                  </a:ext>
                </a:extLst>
              </a:tr>
              <a:tr h="247402">
                <a:tc>
                  <a:txBody>
                    <a:bodyPr/>
                    <a:lstStyle/>
                    <a:p>
                      <a:pPr algn="ctr"/>
                      <a:r>
                        <a:rPr lang="de-DE" sz="800" b="1" dirty="0"/>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845436"/>
                  </a:ext>
                </a:extLst>
              </a:tr>
            </a:tbl>
          </a:graphicData>
        </a:graphic>
      </p:graphicFrame>
      <p:graphicFrame>
        <p:nvGraphicFramePr>
          <p:cNvPr id="1367" name="Tabelle 1366">
            <a:extLst>
              <a:ext uri="{FF2B5EF4-FFF2-40B4-BE49-F238E27FC236}">
                <a16:creationId xmlns:a16="http://schemas.microsoft.com/office/drawing/2014/main" id="{D7EF7551-D986-1835-A4F1-1EEA85A8508C}"/>
              </a:ext>
            </a:extLst>
          </p:cNvPr>
          <p:cNvGraphicFramePr>
            <a:graphicFrameLocks noGrp="1"/>
          </p:cNvGraphicFramePr>
          <p:nvPr>
            <p:extLst>
              <p:ext uri="{D42A27DB-BD31-4B8C-83A1-F6EECF244321}">
                <p14:modId xmlns:p14="http://schemas.microsoft.com/office/powerpoint/2010/main" val="1858974214"/>
              </p:ext>
            </p:extLst>
          </p:nvPr>
        </p:nvGraphicFramePr>
        <p:xfrm>
          <a:off x="-7175185" y="1706037"/>
          <a:ext cx="5224275" cy="798940"/>
        </p:xfrm>
        <a:graphic>
          <a:graphicData uri="http://schemas.openxmlformats.org/drawingml/2006/table">
            <a:tbl>
              <a:tblPr/>
              <a:tblGrid>
                <a:gridCol w="248775">
                  <a:extLst>
                    <a:ext uri="{9D8B030D-6E8A-4147-A177-3AD203B41FA5}">
                      <a16:colId xmlns:a16="http://schemas.microsoft.com/office/drawing/2014/main" val="1307255216"/>
                    </a:ext>
                  </a:extLst>
                </a:gridCol>
                <a:gridCol w="248775">
                  <a:extLst>
                    <a:ext uri="{9D8B030D-6E8A-4147-A177-3AD203B41FA5}">
                      <a16:colId xmlns:a16="http://schemas.microsoft.com/office/drawing/2014/main" val="3937207819"/>
                    </a:ext>
                  </a:extLst>
                </a:gridCol>
                <a:gridCol w="248775">
                  <a:extLst>
                    <a:ext uri="{9D8B030D-6E8A-4147-A177-3AD203B41FA5}">
                      <a16:colId xmlns:a16="http://schemas.microsoft.com/office/drawing/2014/main" val="2035366741"/>
                    </a:ext>
                  </a:extLst>
                </a:gridCol>
                <a:gridCol w="248775">
                  <a:extLst>
                    <a:ext uri="{9D8B030D-6E8A-4147-A177-3AD203B41FA5}">
                      <a16:colId xmlns:a16="http://schemas.microsoft.com/office/drawing/2014/main" val="277243852"/>
                    </a:ext>
                  </a:extLst>
                </a:gridCol>
                <a:gridCol w="248775">
                  <a:extLst>
                    <a:ext uri="{9D8B030D-6E8A-4147-A177-3AD203B41FA5}">
                      <a16:colId xmlns:a16="http://schemas.microsoft.com/office/drawing/2014/main" val="4245197912"/>
                    </a:ext>
                  </a:extLst>
                </a:gridCol>
                <a:gridCol w="248775">
                  <a:extLst>
                    <a:ext uri="{9D8B030D-6E8A-4147-A177-3AD203B41FA5}">
                      <a16:colId xmlns:a16="http://schemas.microsoft.com/office/drawing/2014/main" val="1204894056"/>
                    </a:ext>
                  </a:extLst>
                </a:gridCol>
                <a:gridCol w="248775">
                  <a:extLst>
                    <a:ext uri="{9D8B030D-6E8A-4147-A177-3AD203B41FA5}">
                      <a16:colId xmlns:a16="http://schemas.microsoft.com/office/drawing/2014/main" val="2157722082"/>
                    </a:ext>
                  </a:extLst>
                </a:gridCol>
                <a:gridCol w="248775">
                  <a:extLst>
                    <a:ext uri="{9D8B030D-6E8A-4147-A177-3AD203B41FA5}">
                      <a16:colId xmlns:a16="http://schemas.microsoft.com/office/drawing/2014/main" val="250679103"/>
                    </a:ext>
                  </a:extLst>
                </a:gridCol>
                <a:gridCol w="248775">
                  <a:extLst>
                    <a:ext uri="{9D8B030D-6E8A-4147-A177-3AD203B41FA5}">
                      <a16:colId xmlns:a16="http://schemas.microsoft.com/office/drawing/2014/main" val="3888703034"/>
                    </a:ext>
                  </a:extLst>
                </a:gridCol>
                <a:gridCol w="248775">
                  <a:extLst>
                    <a:ext uri="{9D8B030D-6E8A-4147-A177-3AD203B41FA5}">
                      <a16:colId xmlns:a16="http://schemas.microsoft.com/office/drawing/2014/main" val="3582543090"/>
                    </a:ext>
                  </a:extLst>
                </a:gridCol>
                <a:gridCol w="248775">
                  <a:extLst>
                    <a:ext uri="{9D8B030D-6E8A-4147-A177-3AD203B41FA5}">
                      <a16:colId xmlns:a16="http://schemas.microsoft.com/office/drawing/2014/main" val="2322019650"/>
                    </a:ext>
                  </a:extLst>
                </a:gridCol>
                <a:gridCol w="248775">
                  <a:extLst>
                    <a:ext uri="{9D8B030D-6E8A-4147-A177-3AD203B41FA5}">
                      <a16:colId xmlns:a16="http://schemas.microsoft.com/office/drawing/2014/main" val="1562159936"/>
                    </a:ext>
                  </a:extLst>
                </a:gridCol>
                <a:gridCol w="248775">
                  <a:extLst>
                    <a:ext uri="{9D8B030D-6E8A-4147-A177-3AD203B41FA5}">
                      <a16:colId xmlns:a16="http://schemas.microsoft.com/office/drawing/2014/main" val="10108384"/>
                    </a:ext>
                  </a:extLst>
                </a:gridCol>
                <a:gridCol w="248775">
                  <a:extLst>
                    <a:ext uri="{9D8B030D-6E8A-4147-A177-3AD203B41FA5}">
                      <a16:colId xmlns:a16="http://schemas.microsoft.com/office/drawing/2014/main" val="3190182558"/>
                    </a:ext>
                  </a:extLst>
                </a:gridCol>
                <a:gridCol w="248775">
                  <a:extLst>
                    <a:ext uri="{9D8B030D-6E8A-4147-A177-3AD203B41FA5}">
                      <a16:colId xmlns:a16="http://schemas.microsoft.com/office/drawing/2014/main" val="3392540262"/>
                    </a:ext>
                  </a:extLst>
                </a:gridCol>
                <a:gridCol w="248775">
                  <a:extLst>
                    <a:ext uri="{9D8B030D-6E8A-4147-A177-3AD203B41FA5}">
                      <a16:colId xmlns:a16="http://schemas.microsoft.com/office/drawing/2014/main" val="2045338032"/>
                    </a:ext>
                  </a:extLst>
                </a:gridCol>
                <a:gridCol w="248775">
                  <a:extLst>
                    <a:ext uri="{9D8B030D-6E8A-4147-A177-3AD203B41FA5}">
                      <a16:colId xmlns:a16="http://schemas.microsoft.com/office/drawing/2014/main" val="1884241717"/>
                    </a:ext>
                  </a:extLst>
                </a:gridCol>
                <a:gridCol w="248775">
                  <a:extLst>
                    <a:ext uri="{9D8B030D-6E8A-4147-A177-3AD203B41FA5}">
                      <a16:colId xmlns:a16="http://schemas.microsoft.com/office/drawing/2014/main" val="1688005260"/>
                    </a:ext>
                  </a:extLst>
                </a:gridCol>
                <a:gridCol w="248775">
                  <a:extLst>
                    <a:ext uri="{9D8B030D-6E8A-4147-A177-3AD203B41FA5}">
                      <a16:colId xmlns:a16="http://schemas.microsoft.com/office/drawing/2014/main" val="1551609751"/>
                    </a:ext>
                  </a:extLst>
                </a:gridCol>
                <a:gridCol w="248775">
                  <a:extLst>
                    <a:ext uri="{9D8B030D-6E8A-4147-A177-3AD203B41FA5}">
                      <a16:colId xmlns:a16="http://schemas.microsoft.com/office/drawing/2014/main" val="1603085228"/>
                    </a:ext>
                  </a:extLst>
                </a:gridCol>
                <a:gridCol w="248775">
                  <a:extLst>
                    <a:ext uri="{9D8B030D-6E8A-4147-A177-3AD203B41FA5}">
                      <a16:colId xmlns:a16="http://schemas.microsoft.com/office/drawing/2014/main" val="2041410485"/>
                    </a:ext>
                  </a:extLst>
                </a:gridCol>
              </a:tblGrid>
              <a:tr h="199735">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6</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7</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8</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9</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16</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17</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18</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19</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61780161"/>
                  </a:ext>
                </a:extLst>
              </a:tr>
              <a:tr h="199735">
                <a:tc>
                  <a:txBody>
                    <a:bodyPr/>
                    <a:lstStyle/>
                    <a:p>
                      <a:pPr algn="r" rtl="0" fontAlgn="b">
                        <a:buNone/>
                      </a:pPr>
                      <a:r>
                        <a:rPr lang="de-DE" sz="105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13187727"/>
                  </a:ext>
                </a:extLst>
              </a:tr>
              <a:tr h="199735">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89419545"/>
                  </a:ext>
                </a:extLst>
              </a:tr>
              <a:tr h="199735">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r" rtl="0" fontAlgn="b">
                        <a:buNone/>
                      </a:pPr>
                      <a:r>
                        <a:rPr lang="de-DE" sz="105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12989513"/>
                  </a:ext>
                </a:extLst>
              </a:tr>
            </a:tbl>
          </a:graphicData>
        </a:graphic>
      </p:graphicFrame>
      <p:sp>
        <p:nvSpPr>
          <p:cNvPr id="1371" name="Textfeld 1370">
            <a:extLst>
              <a:ext uri="{FF2B5EF4-FFF2-40B4-BE49-F238E27FC236}">
                <a16:creationId xmlns:a16="http://schemas.microsoft.com/office/drawing/2014/main" id="{FD4F80FB-155E-9C46-1A3D-CBBE00C3581A}"/>
              </a:ext>
            </a:extLst>
          </p:cNvPr>
          <p:cNvSpPr txBox="1"/>
          <p:nvPr/>
        </p:nvSpPr>
        <p:spPr>
          <a:xfrm>
            <a:off x="4033573" y="2934044"/>
            <a:ext cx="1371329" cy="1200329"/>
          </a:xfrm>
          <a:prstGeom prst="rect">
            <a:avLst/>
          </a:prstGeom>
          <a:noFill/>
        </p:spPr>
        <p:txBody>
          <a:bodyPr wrap="square">
            <a:spAutoFit/>
          </a:bodyPr>
          <a:lstStyle/>
          <a:p>
            <a:r>
              <a:rPr lang="de-DE" dirty="0"/>
              <a:t>Runde 1</a:t>
            </a:r>
          </a:p>
          <a:p>
            <a:r>
              <a:rPr lang="de-DE" dirty="0"/>
              <a:t>Runde 2</a:t>
            </a:r>
          </a:p>
          <a:p>
            <a:r>
              <a:rPr lang="de-DE" dirty="0"/>
              <a:t>Runde 3</a:t>
            </a:r>
          </a:p>
          <a:p>
            <a:r>
              <a:rPr lang="de-DE" dirty="0"/>
              <a:t>Runde 4</a:t>
            </a:r>
          </a:p>
        </p:txBody>
      </p:sp>
      <p:graphicFrame>
        <p:nvGraphicFramePr>
          <p:cNvPr id="1379" name="Tabelle 1378">
            <a:extLst>
              <a:ext uri="{FF2B5EF4-FFF2-40B4-BE49-F238E27FC236}">
                <a16:creationId xmlns:a16="http://schemas.microsoft.com/office/drawing/2014/main" id="{DE90FDA5-8079-F912-429E-EBFFBC1739E9}"/>
              </a:ext>
            </a:extLst>
          </p:cNvPr>
          <p:cNvGraphicFramePr>
            <a:graphicFrameLocks noGrp="1"/>
          </p:cNvGraphicFramePr>
          <p:nvPr>
            <p:extLst>
              <p:ext uri="{D42A27DB-BD31-4B8C-83A1-F6EECF244321}">
                <p14:modId xmlns:p14="http://schemas.microsoft.com/office/powerpoint/2010/main" val="835937338"/>
              </p:ext>
            </p:extLst>
          </p:nvPr>
        </p:nvGraphicFramePr>
        <p:xfrm>
          <a:off x="12105318" y="-3594120"/>
          <a:ext cx="3287675" cy="3473700"/>
        </p:xfrm>
        <a:graphic>
          <a:graphicData uri="http://schemas.openxmlformats.org/drawingml/2006/table">
            <a:tbl>
              <a:tblPr/>
              <a:tblGrid>
                <a:gridCol w="63500">
                  <a:extLst>
                    <a:ext uri="{9D8B030D-6E8A-4147-A177-3AD203B41FA5}">
                      <a16:colId xmlns:a16="http://schemas.microsoft.com/office/drawing/2014/main" val="3935564523"/>
                    </a:ext>
                  </a:extLst>
                </a:gridCol>
                <a:gridCol w="1251570">
                  <a:extLst>
                    <a:ext uri="{9D8B030D-6E8A-4147-A177-3AD203B41FA5}">
                      <a16:colId xmlns:a16="http://schemas.microsoft.com/office/drawing/2014/main" val="1416093164"/>
                    </a:ext>
                  </a:extLst>
                </a:gridCol>
                <a:gridCol w="657535">
                  <a:extLst>
                    <a:ext uri="{9D8B030D-6E8A-4147-A177-3AD203B41FA5}">
                      <a16:colId xmlns:a16="http://schemas.microsoft.com/office/drawing/2014/main" val="1713105741"/>
                    </a:ext>
                  </a:extLst>
                </a:gridCol>
                <a:gridCol w="657535">
                  <a:extLst>
                    <a:ext uri="{9D8B030D-6E8A-4147-A177-3AD203B41FA5}">
                      <a16:colId xmlns:a16="http://schemas.microsoft.com/office/drawing/2014/main" val="2308491657"/>
                    </a:ext>
                  </a:extLst>
                </a:gridCol>
                <a:gridCol w="657535">
                  <a:extLst>
                    <a:ext uri="{9D8B030D-6E8A-4147-A177-3AD203B41FA5}">
                      <a16:colId xmlns:a16="http://schemas.microsoft.com/office/drawing/2014/main" val="4064175999"/>
                    </a:ext>
                  </a:extLst>
                </a:gridCol>
              </a:tblGrid>
              <a:tr h="347370">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49230808"/>
                  </a:ext>
                </a:extLst>
              </a:tr>
              <a:tr h="347370">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11338801"/>
                  </a:ext>
                </a:extLst>
              </a:tr>
              <a:tr h="347370">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83132993"/>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75865098"/>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-3</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99572818"/>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-4</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37789321"/>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-5</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02539343"/>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-6</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43314834"/>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1</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-7</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96194553"/>
                  </a:ext>
                </a:extLst>
              </a:tr>
              <a:tr h="347370">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0</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a:effectLst/>
                        </a:rPr>
                        <a:t>-2</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de-DE" sz="1200" dirty="0">
                          <a:effectLst/>
                        </a:rPr>
                        <a:t>-8</a:t>
                      </a:r>
                    </a:p>
                  </a:txBody>
                  <a:tcPr marL="19050" marR="19050" marT="12700" marB="12700"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endParaRPr lang="de-DE" sz="400" dirty="0">
                        <a:effectLst/>
                      </a:endParaRPr>
                    </a:p>
                  </a:txBody>
                  <a:tcPr marL="16305" marR="16305" marT="10870" marB="1087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88866519"/>
                  </a:ext>
                </a:extLst>
              </a:tr>
            </a:tbl>
          </a:graphicData>
        </a:graphic>
      </p:graphicFrame>
      <p:sp>
        <p:nvSpPr>
          <p:cNvPr id="1760" name="Textfeld 1759">
            <a:extLst>
              <a:ext uri="{FF2B5EF4-FFF2-40B4-BE49-F238E27FC236}">
                <a16:creationId xmlns:a16="http://schemas.microsoft.com/office/drawing/2014/main" id="{0914344F-84AA-BA49-0FC4-19A2C5A7531B}"/>
              </a:ext>
            </a:extLst>
          </p:cNvPr>
          <p:cNvSpPr txBox="1"/>
          <p:nvPr/>
        </p:nvSpPr>
        <p:spPr>
          <a:xfrm>
            <a:off x="875921" y="410787"/>
            <a:ext cx="3595728" cy="646331"/>
          </a:xfrm>
          <a:prstGeom prst="rect">
            <a:avLst/>
          </a:prstGeom>
          <a:noFill/>
        </p:spPr>
        <p:txBody>
          <a:bodyPr wrap="none" rtlCol="0">
            <a:spAutoFit/>
          </a:bodyPr>
          <a:lstStyle/>
          <a:p>
            <a:r>
              <a:rPr lang="de-DE" sz="3600" dirty="0"/>
              <a:t>Wertungsbereich</a:t>
            </a:r>
          </a:p>
        </p:txBody>
      </p:sp>
      <p:sp>
        <p:nvSpPr>
          <p:cNvPr id="1769" name="Textfeld 1768">
            <a:extLst>
              <a:ext uri="{FF2B5EF4-FFF2-40B4-BE49-F238E27FC236}">
                <a16:creationId xmlns:a16="http://schemas.microsoft.com/office/drawing/2014/main" id="{C47D9EDF-90C8-C49C-EE62-7C9FF88F6BAF}"/>
              </a:ext>
            </a:extLst>
          </p:cNvPr>
          <p:cNvSpPr txBox="1"/>
          <p:nvPr/>
        </p:nvSpPr>
        <p:spPr>
          <a:xfrm>
            <a:off x="3016556" y="10267128"/>
            <a:ext cx="1568467" cy="307777"/>
          </a:xfrm>
          <a:prstGeom prst="rect">
            <a:avLst/>
          </a:prstGeom>
          <a:noFill/>
        </p:spPr>
        <p:txBody>
          <a:bodyPr wrap="square" rtlCol="0">
            <a:spAutoFit/>
          </a:bodyPr>
          <a:lstStyle/>
          <a:p>
            <a:pPr algn="ctr"/>
            <a:r>
              <a:rPr lang="de-DE" sz="1400" b="1" dirty="0"/>
              <a:t>Heizbedarf</a:t>
            </a:r>
          </a:p>
        </p:txBody>
      </p:sp>
      <p:sp>
        <p:nvSpPr>
          <p:cNvPr id="1770" name="Textfeld 1769">
            <a:extLst>
              <a:ext uri="{FF2B5EF4-FFF2-40B4-BE49-F238E27FC236}">
                <a16:creationId xmlns:a16="http://schemas.microsoft.com/office/drawing/2014/main" id="{4BCEADAB-A5BF-F8E4-BE12-B0293CEDFD30}"/>
              </a:ext>
            </a:extLst>
          </p:cNvPr>
          <p:cNvSpPr txBox="1"/>
          <p:nvPr/>
        </p:nvSpPr>
        <p:spPr>
          <a:xfrm>
            <a:off x="722977" y="10267128"/>
            <a:ext cx="1096119" cy="307777"/>
          </a:xfrm>
          <a:prstGeom prst="rect">
            <a:avLst/>
          </a:prstGeom>
          <a:noFill/>
        </p:spPr>
        <p:txBody>
          <a:bodyPr wrap="square" rtlCol="0">
            <a:spAutoFit/>
          </a:bodyPr>
          <a:lstStyle/>
          <a:p>
            <a:pPr algn="ctr"/>
            <a:r>
              <a:rPr lang="de-DE" sz="1400" b="1" dirty="0"/>
              <a:t>Budget</a:t>
            </a:r>
          </a:p>
        </p:txBody>
      </p:sp>
      <p:grpSp>
        <p:nvGrpSpPr>
          <p:cNvPr id="1961" name="Gruppieren 1960">
            <a:extLst>
              <a:ext uri="{FF2B5EF4-FFF2-40B4-BE49-F238E27FC236}">
                <a16:creationId xmlns:a16="http://schemas.microsoft.com/office/drawing/2014/main" id="{458FD977-8109-7031-1311-04348C8B0B2C}"/>
              </a:ext>
            </a:extLst>
          </p:cNvPr>
          <p:cNvGrpSpPr/>
          <p:nvPr/>
        </p:nvGrpSpPr>
        <p:grpSpPr>
          <a:xfrm>
            <a:off x="5595621" y="2403037"/>
            <a:ext cx="3938472" cy="217182"/>
            <a:chOff x="8278744" y="3074724"/>
            <a:chExt cx="3938472" cy="217182"/>
          </a:xfrm>
        </p:grpSpPr>
        <p:sp>
          <p:nvSpPr>
            <p:cNvPr id="1775" name="Rechteck: abgerundete Ecken 1774">
              <a:extLst>
                <a:ext uri="{FF2B5EF4-FFF2-40B4-BE49-F238E27FC236}">
                  <a16:creationId xmlns:a16="http://schemas.microsoft.com/office/drawing/2014/main" id="{32312511-85C6-CBD3-7CB1-67625CF726D2}"/>
                </a:ext>
              </a:extLst>
            </p:cNvPr>
            <p:cNvSpPr/>
            <p:nvPr/>
          </p:nvSpPr>
          <p:spPr>
            <a:xfrm flipV="1">
              <a:off x="8278744" y="3074724"/>
              <a:ext cx="217182" cy="217182"/>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76" name="Rechteck: abgerundete Ecken 1775">
              <a:extLst>
                <a:ext uri="{FF2B5EF4-FFF2-40B4-BE49-F238E27FC236}">
                  <a16:creationId xmlns:a16="http://schemas.microsoft.com/office/drawing/2014/main" id="{CAE4CFCC-A9CA-1849-D161-49C729A25D61}"/>
                </a:ext>
              </a:extLst>
            </p:cNvPr>
            <p:cNvSpPr/>
            <p:nvPr/>
          </p:nvSpPr>
          <p:spPr>
            <a:xfrm flipV="1">
              <a:off x="852683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77" name="Rechteck: abgerundete Ecken 1776">
              <a:extLst>
                <a:ext uri="{FF2B5EF4-FFF2-40B4-BE49-F238E27FC236}">
                  <a16:creationId xmlns:a16="http://schemas.microsoft.com/office/drawing/2014/main" id="{0B59BC15-F58E-5958-7BA0-7125D38E6D4E}"/>
                </a:ext>
              </a:extLst>
            </p:cNvPr>
            <p:cNvSpPr/>
            <p:nvPr/>
          </p:nvSpPr>
          <p:spPr>
            <a:xfrm flipV="1">
              <a:off x="877491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78" name="Rechteck: abgerundete Ecken 1777">
              <a:extLst>
                <a:ext uri="{FF2B5EF4-FFF2-40B4-BE49-F238E27FC236}">
                  <a16:creationId xmlns:a16="http://schemas.microsoft.com/office/drawing/2014/main" id="{30675FE5-87EE-31A1-ADFF-30F33B814EB8}"/>
                </a:ext>
              </a:extLst>
            </p:cNvPr>
            <p:cNvSpPr/>
            <p:nvPr/>
          </p:nvSpPr>
          <p:spPr>
            <a:xfrm flipV="1">
              <a:off x="902300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79" name="Rechteck: abgerundete Ecken 1778">
              <a:extLst>
                <a:ext uri="{FF2B5EF4-FFF2-40B4-BE49-F238E27FC236}">
                  <a16:creationId xmlns:a16="http://schemas.microsoft.com/office/drawing/2014/main" id="{83F627E4-8352-29B8-54CD-255B078C4EF2}"/>
                </a:ext>
              </a:extLst>
            </p:cNvPr>
            <p:cNvSpPr/>
            <p:nvPr/>
          </p:nvSpPr>
          <p:spPr>
            <a:xfrm flipV="1">
              <a:off x="9271088"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0" name="Rechteck: abgerundete Ecken 1779">
              <a:extLst>
                <a:ext uri="{FF2B5EF4-FFF2-40B4-BE49-F238E27FC236}">
                  <a16:creationId xmlns:a16="http://schemas.microsoft.com/office/drawing/2014/main" id="{60938564-FFE6-3A4B-EF06-31B84E0392A1}"/>
                </a:ext>
              </a:extLst>
            </p:cNvPr>
            <p:cNvSpPr/>
            <p:nvPr/>
          </p:nvSpPr>
          <p:spPr>
            <a:xfrm flipV="1">
              <a:off x="951917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1" name="Rechteck: abgerundete Ecken 1780">
              <a:extLst>
                <a:ext uri="{FF2B5EF4-FFF2-40B4-BE49-F238E27FC236}">
                  <a16:creationId xmlns:a16="http://schemas.microsoft.com/office/drawing/2014/main" id="{78CD3260-2F30-F0A6-3899-24BCFC71AAA2}"/>
                </a:ext>
              </a:extLst>
            </p:cNvPr>
            <p:cNvSpPr/>
            <p:nvPr/>
          </p:nvSpPr>
          <p:spPr>
            <a:xfrm flipV="1">
              <a:off x="976726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2" name="Rechteck: abgerundete Ecken 1781">
              <a:extLst>
                <a:ext uri="{FF2B5EF4-FFF2-40B4-BE49-F238E27FC236}">
                  <a16:creationId xmlns:a16="http://schemas.microsoft.com/office/drawing/2014/main" id="{E2B22185-DEBC-7817-2DF1-9A05831D714B}"/>
                </a:ext>
              </a:extLst>
            </p:cNvPr>
            <p:cNvSpPr/>
            <p:nvPr/>
          </p:nvSpPr>
          <p:spPr>
            <a:xfrm flipV="1">
              <a:off x="1001534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3" name="Rechteck: abgerundete Ecken 1782">
              <a:extLst>
                <a:ext uri="{FF2B5EF4-FFF2-40B4-BE49-F238E27FC236}">
                  <a16:creationId xmlns:a16="http://schemas.microsoft.com/office/drawing/2014/main" id="{67A27478-403D-0DEB-7D81-C4E1738CAA5A}"/>
                </a:ext>
              </a:extLst>
            </p:cNvPr>
            <p:cNvSpPr/>
            <p:nvPr/>
          </p:nvSpPr>
          <p:spPr>
            <a:xfrm flipV="1">
              <a:off x="1026343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4" name="Rechteck: abgerundete Ecken 1783">
              <a:extLst>
                <a:ext uri="{FF2B5EF4-FFF2-40B4-BE49-F238E27FC236}">
                  <a16:creationId xmlns:a16="http://schemas.microsoft.com/office/drawing/2014/main" id="{32FFAC18-5118-4B74-2619-494B0E7D4FC6}"/>
                </a:ext>
              </a:extLst>
            </p:cNvPr>
            <p:cNvSpPr/>
            <p:nvPr/>
          </p:nvSpPr>
          <p:spPr>
            <a:xfrm flipV="1">
              <a:off x="10511518" y="3074724"/>
              <a:ext cx="217182" cy="21718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dirty="0">
                <a:solidFill>
                  <a:sysClr val="windowText" lastClr="000000"/>
                </a:solidFill>
              </a:endParaRPr>
            </a:p>
          </p:txBody>
        </p:sp>
        <p:sp>
          <p:nvSpPr>
            <p:cNvPr id="1785" name="Rechteck: abgerundete Ecken 1784">
              <a:extLst>
                <a:ext uri="{FF2B5EF4-FFF2-40B4-BE49-F238E27FC236}">
                  <a16:creationId xmlns:a16="http://schemas.microsoft.com/office/drawing/2014/main" id="{B22244C8-56F6-A94B-2E27-83B2F0B7ABE4}"/>
                </a:ext>
              </a:extLst>
            </p:cNvPr>
            <p:cNvSpPr/>
            <p:nvPr/>
          </p:nvSpPr>
          <p:spPr>
            <a:xfrm flipV="1">
              <a:off x="1075960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6" name="Rechteck: abgerundete Ecken 1785">
              <a:extLst>
                <a:ext uri="{FF2B5EF4-FFF2-40B4-BE49-F238E27FC236}">
                  <a16:creationId xmlns:a16="http://schemas.microsoft.com/office/drawing/2014/main" id="{21D06CE1-9B39-F0AE-2BD4-BFB2073D978D}"/>
                </a:ext>
              </a:extLst>
            </p:cNvPr>
            <p:cNvSpPr/>
            <p:nvPr/>
          </p:nvSpPr>
          <p:spPr>
            <a:xfrm flipV="1">
              <a:off x="1100769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7" name="Rechteck: abgerundete Ecken 1786">
              <a:extLst>
                <a:ext uri="{FF2B5EF4-FFF2-40B4-BE49-F238E27FC236}">
                  <a16:creationId xmlns:a16="http://schemas.microsoft.com/office/drawing/2014/main" id="{A5A1F48E-B045-659F-1B13-3425C714704A}"/>
                </a:ext>
              </a:extLst>
            </p:cNvPr>
            <p:cNvSpPr/>
            <p:nvPr/>
          </p:nvSpPr>
          <p:spPr>
            <a:xfrm flipV="1">
              <a:off x="1125577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8" name="Rechteck: abgerundete Ecken 1787">
              <a:extLst>
                <a:ext uri="{FF2B5EF4-FFF2-40B4-BE49-F238E27FC236}">
                  <a16:creationId xmlns:a16="http://schemas.microsoft.com/office/drawing/2014/main" id="{5BCC3D4C-3331-D3EC-07FB-39830158C2E6}"/>
                </a:ext>
              </a:extLst>
            </p:cNvPr>
            <p:cNvSpPr/>
            <p:nvPr/>
          </p:nvSpPr>
          <p:spPr>
            <a:xfrm flipV="1">
              <a:off x="1150386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89" name="Rechteck: abgerundete Ecken 1788">
              <a:extLst>
                <a:ext uri="{FF2B5EF4-FFF2-40B4-BE49-F238E27FC236}">
                  <a16:creationId xmlns:a16="http://schemas.microsoft.com/office/drawing/2014/main" id="{B9AD1EAA-0743-9FF4-D454-F5556A49D8B8}"/>
                </a:ext>
              </a:extLst>
            </p:cNvPr>
            <p:cNvSpPr/>
            <p:nvPr/>
          </p:nvSpPr>
          <p:spPr>
            <a:xfrm flipV="1">
              <a:off x="11751948"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90" name="Rechteck: abgerundete Ecken 1789">
              <a:extLst>
                <a:ext uri="{FF2B5EF4-FFF2-40B4-BE49-F238E27FC236}">
                  <a16:creationId xmlns:a16="http://schemas.microsoft.com/office/drawing/2014/main" id="{59A28461-20F8-4C34-8136-1F537DB10FB6}"/>
                </a:ext>
              </a:extLst>
            </p:cNvPr>
            <p:cNvSpPr/>
            <p:nvPr/>
          </p:nvSpPr>
          <p:spPr>
            <a:xfrm flipV="1">
              <a:off x="1200003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sp>
        <p:nvSpPr>
          <p:cNvPr id="1792" name="Rechteck: abgerundete Ecken 1791">
            <a:extLst>
              <a:ext uri="{FF2B5EF4-FFF2-40B4-BE49-F238E27FC236}">
                <a16:creationId xmlns:a16="http://schemas.microsoft.com/office/drawing/2014/main" id="{4A7D4DA5-C033-1280-2116-9D9AF963CC38}"/>
              </a:ext>
            </a:extLst>
          </p:cNvPr>
          <p:cNvSpPr/>
          <p:nvPr/>
        </p:nvSpPr>
        <p:spPr>
          <a:xfrm flipV="1">
            <a:off x="9564997" y="240303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93" name="Rechteck: abgerundete Ecken 1792">
            <a:extLst>
              <a:ext uri="{FF2B5EF4-FFF2-40B4-BE49-F238E27FC236}">
                <a16:creationId xmlns:a16="http://schemas.microsoft.com/office/drawing/2014/main" id="{60FB49CE-659B-4A5A-FC21-D99BB9A0CD4B}"/>
              </a:ext>
            </a:extLst>
          </p:cNvPr>
          <p:cNvSpPr/>
          <p:nvPr/>
        </p:nvSpPr>
        <p:spPr>
          <a:xfrm flipV="1">
            <a:off x="9813083" y="240303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94" name="Rechteck: abgerundete Ecken 1793">
            <a:extLst>
              <a:ext uri="{FF2B5EF4-FFF2-40B4-BE49-F238E27FC236}">
                <a16:creationId xmlns:a16="http://schemas.microsoft.com/office/drawing/2014/main" id="{F8107282-EDB7-FC36-11C0-E8EF7280ABA7}"/>
              </a:ext>
            </a:extLst>
          </p:cNvPr>
          <p:cNvSpPr/>
          <p:nvPr/>
        </p:nvSpPr>
        <p:spPr>
          <a:xfrm flipV="1">
            <a:off x="10309255" y="240303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95" name="Rechteck: abgerundete Ecken 1794">
            <a:extLst>
              <a:ext uri="{FF2B5EF4-FFF2-40B4-BE49-F238E27FC236}">
                <a16:creationId xmlns:a16="http://schemas.microsoft.com/office/drawing/2014/main" id="{3525AEE3-F0E6-9521-E8FD-0CAE5044ACA7}"/>
              </a:ext>
            </a:extLst>
          </p:cNvPr>
          <p:cNvSpPr/>
          <p:nvPr/>
        </p:nvSpPr>
        <p:spPr>
          <a:xfrm flipV="1">
            <a:off x="10557339" y="240303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796" name="Rechteck: abgerundete Ecken 1795">
            <a:extLst>
              <a:ext uri="{FF2B5EF4-FFF2-40B4-BE49-F238E27FC236}">
                <a16:creationId xmlns:a16="http://schemas.microsoft.com/office/drawing/2014/main" id="{68D2E4BA-969F-5B2C-DE57-AEFADC93B7EF}"/>
              </a:ext>
            </a:extLst>
          </p:cNvPr>
          <p:cNvSpPr/>
          <p:nvPr/>
        </p:nvSpPr>
        <p:spPr>
          <a:xfrm flipV="1">
            <a:off x="10061169" y="240303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938" name="Gruppieren 1937">
            <a:extLst>
              <a:ext uri="{FF2B5EF4-FFF2-40B4-BE49-F238E27FC236}">
                <a16:creationId xmlns:a16="http://schemas.microsoft.com/office/drawing/2014/main" id="{09BC05FC-1CD0-BC5A-045A-31A2F5E235DB}"/>
              </a:ext>
            </a:extLst>
          </p:cNvPr>
          <p:cNvGrpSpPr/>
          <p:nvPr/>
        </p:nvGrpSpPr>
        <p:grpSpPr>
          <a:xfrm>
            <a:off x="7169512" y="5938720"/>
            <a:ext cx="1922355" cy="3098576"/>
            <a:chOff x="7324401" y="1257756"/>
            <a:chExt cx="2030387" cy="2918015"/>
          </a:xfrm>
        </p:grpSpPr>
        <p:grpSp>
          <p:nvGrpSpPr>
            <p:cNvPr id="1797" name="Gruppieren 1796">
              <a:extLst>
                <a:ext uri="{FF2B5EF4-FFF2-40B4-BE49-F238E27FC236}">
                  <a16:creationId xmlns:a16="http://schemas.microsoft.com/office/drawing/2014/main" id="{061AA2F6-A975-9976-52D7-1611F2FA372B}"/>
                </a:ext>
              </a:extLst>
            </p:cNvPr>
            <p:cNvGrpSpPr/>
            <p:nvPr/>
          </p:nvGrpSpPr>
          <p:grpSpPr>
            <a:xfrm>
              <a:off x="7324401" y="1257756"/>
              <a:ext cx="439691" cy="2918015"/>
              <a:chOff x="6750271" y="588285"/>
              <a:chExt cx="439691" cy="2918015"/>
            </a:xfrm>
          </p:grpSpPr>
          <p:grpSp>
            <p:nvGrpSpPr>
              <p:cNvPr id="952" name="Gruppieren 951">
                <a:extLst>
                  <a:ext uri="{FF2B5EF4-FFF2-40B4-BE49-F238E27FC236}">
                    <a16:creationId xmlns:a16="http://schemas.microsoft.com/office/drawing/2014/main" id="{738A9C8A-D4EB-E17E-76A9-06538F9CAE88}"/>
                  </a:ext>
                </a:extLst>
              </p:cNvPr>
              <p:cNvGrpSpPr/>
              <p:nvPr/>
            </p:nvGrpSpPr>
            <p:grpSpPr>
              <a:xfrm>
                <a:off x="6750271" y="3303387"/>
                <a:ext cx="439691" cy="202913"/>
                <a:chOff x="9302708" y="4843704"/>
                <a:chExt cx="439691" cy="202913"/>
              </a:xfrm>
            </p:grpSpPr>
            <p:sp>
              <p:nvSpPr>
                <p:cNvPr id="953" name="Rechteck: abgerundete Ecken 952">
                  <a:extLst>
                    <a:ext uri="{FF2B5EF4-FFF2-40B4-BE49-F238E27FC236}">
                      <a16:creationId xmlns:a16="http://schemas.microsoft.com/office/drawing/2014/main" id="{96C1B1F4-3450-AAD2-2F8C-BF85AEC91265}"/>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54" name="Grafik 121" descr="Strommast mit einfarbiger Füllung">
                  <a:extLst>
                    <a:ext uri="{FF2B5EF4-FFF2-40B4-BE49-F238E27FC236}">
                      <a16:creationId xmlns:a16="http://schemas.microsoft.com/office/drawing/2014/main" id="{25A7FF5E-167E-A7BE-C384-6D22AA92FB63}"/>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61" name="Gruppieren 960">
                <a:extLst>
                  <a:ext uri="{FF2B5EF4-FFF2-40B4-BE49-F238E27FC236}">
                    <a16:creationId xmlns:a16="http://schemas.microsoft.com/office/drawing/2014/main" id="{FAD895F4-F783-5D65-D7E5-A35A1979A4EA}"/>
                  </a:ext>
                </a:extLst>
              </p:cNvPr>
              <p:cNvGrpSpPr/>
              <p:nvPr/>
            </p:nvGrpSpPr>
            <p:grpSpPr>
              <a:xfrm>
                <a:off x="6773316" y="588285"/>
                <a:ext cx="393602" cy="181644"/>
                <a:chOff x="9302708" y="2759052"/>
                <a:chExt cx="439691" cy="202913"/>
              </a:xfrm>
            </p:grpSpPr>
            <p:sp>
              <p:nvSpPr>
                <p:cNvPr id="962" name="Rechteck: abgerundete Ecken 961">
                  <a:extLst>
                    <a:ext uri="{FF2B5EF4-FFF2-40B4-BE49-F238E27FC236}">
                      <a16:creationId xmlns:a16="http://schemas.microsoft.com/office/drawing/2014/main" id="{43AFAA7C-C2D5-2623-89B9-7C52A3AECC5C}"/>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63" name="Grafik 121" descr="Strommast mit einfarbiger Füllung">
                  <a:extLst>
                    <a:ext uri="{FF2B5EF4-FFF2-40B4-BE49-F238E27FC236}">
                      <a16:creationId xmlns:a16="http://schemas.microsoft.com/office/drawing/2014/main" id="{5A420CCE-4FCC-A9B9-9524-EED0E630BCF9}"/>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64" name="Gruppieren 963">
                <a:extLst>
                  <a:ext uri="{FF2B5EF4-FFF2-40B4-BE49-F238E27FC236}">
                    <a16:creationId xmlns:a16="http://schemas.microsoft.com/office/drawing/2014/main" id="{0290A380-0B5B-6ADB-967A-AB0A063FECDD}"/>
                  </a:ext>
                </a:extLst>
              </p:cNvPr>
              <p:cNvGrpSpPr/>
              <p:nvPr/>
            </p:nvGrpSpPr>
            <p:grpSpPr>
              <a:xfrm>
                <a:off x="6773316" y="935727"/>
                <a:ext cx="393602" cy="181644"/>
                <a:chOff x="9302708" y="3106494"/>
                <a:chExt cx="439691" cy="202913"/>
              </a:xfrm>
            </p:grpSpPr>
            <p:sp>
              <p:nvSpPr>
                <p:cNvPr id="965" name="Rechteck: abgerundete Ecken 964">
                  <a:extLst>
                    <a:ext uri="{FF2B5EF4-FFF2-40B4-BE49-F238E27FC236}">
                      <a16:creationId xmlns:a16="http://schemas.microsoft.com/office/drawing/2014/main" id="{787E0246-BD4C-EE88-0C72-80F0FF144FC5}"/>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66" name="Grafik 121" descr="Strommast mit einfarbiger Füllung">
                  <a:extLst>
                    <a:ext uri="{FF2B5EF4-FFF2-40B4-BE49-F238E27FC236}">
                      <a16:creationId xmlns:a16="http://schemas.microsoft.com/office/drawing/2014/main" id="{E7E56856-299A-5580-73AF-B5AB83502961}"/>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67" name="Gruppieren 966">
                <a:extLst>
                  <a:ext uri="{FF2B5EF4-FFF2-40B4-BE49-F238E27FC236}">
                    <a16:creationId xmlns:a16="http://schemas.microsoft.com/office/drawing/2014/main" id="{D721FAE4-0B7A-57A6-96F8-309AFFFE8A3A}"/>
                  </a:ext>
                </a:extLst>
              </p:cNvPr>
              <p:cNvGrpSpPr/>
              <p:nvPr/>
            </p:nvGrpSpPr>
            <p:grpSpPr>
              <a:xfrm>
                <a:off x="6773316" y="1283169"/>
                <a:ext cx="393602" cy="181644"/>
                <a:chOff x="9302708" y="3453936"/>
                <a:chExt cx="439691" cy="202913"/>
              </a:xfrm>
            </p:grpSpPr>
            <p:sp>
              <p:nvSpPr>
                <p:cNvPr id="968" name="Rechteck: abgerundete Ecken 967">
                  <a:extLst>
                    <a:ext uri="{FF2B5EF4-FFF2-40B4-BE49-F238E27FC236}">
                      <a16:creationId xmlns:a16="http://schemas.microsoft.com/office/drawing/2014/main" id="{D09C9011-F147-4DB3-9589-13118EAF06E6}"/>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69" name="Grafik 121" descr="Strommast mit einfarbiger Füllung">
                  <a:extLst>
                    <a:ext uri="{FF2B5EF4-FFF2-40B4-BE49-F238E27FC236}">
                      <a16:creationId xmlns:a16="http://schemas.microsoft.com/office/drawing/2014/main" id="{5D5B0C46-5751-A312-F6F2-52964EE50BBD}"/>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70" name="Gruppieren 969">
                <a:extLst>
                  <a:ext uri="{FF2B5EF4-FFF2-40B4-BE49-F238E27FC236}">
                    <a16:creationId xmlns:a16="http://schemas.microsoft.com/office/drawing/2014/main" id="{FA783FEA-9373-C26C-FA44-58566031793E}"/>
                  </a:ext>
                </a:extLst>
              </p:cNvPr>
              <p:cNvGrpSpPr/>
              <p:nvPr/>
            </p:nvGrpSpPr>
            <p:grpSpPr>
              <a:xfrm>
                <a:off x="6773316" y="1630611"/>
                <a:ext cx="393602" cy="181644"/>
                <a:chOff x="9302708" y="3801378"/>
                <a:chExt cx="439691" cy="202913"/>
              </a:xfrm>
            </p:grpSpPr>
            <p:sp>
              <p:nvSpPr>
                <p:cNvPr id="971" name="Rechteck: abgerundete Ecken 970">
                  <a:extLst>
                    <a:ext uri="{FF2B5EF4-FFF2-40B4-BE49-F238E27FC236}">
                      <a16:creationId xmlns:a16="http://schemas.microsoft.com/office/drawing/2014/main" id="{DB0FF92F-E58F-CEC3-1180-2B37EA2D99A3}"/>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72" name="Grafik 121" descr="Strommast mit einfarbiger Füllung">
                  <a:extLst>
                    <a:ext uri="{FF2B5EF4-FFF2-40B4-BE49-F238E27FC236}">
                      <a16:creationId xmlns:a16="http://schemas.microsoft.com/office/drawing/2014/main" id="{2BB30BE3-CF37-065E-1C9A-2C67B60E719E}"/>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73" name="Gruppieren 972">
                <a:extLst>
                  <a:ext uri="{FF2B5EF4-FFF2-40B4-BE49-F238E27FC236}">
                    <a16:creationId xmlns:a16="http://schemas.microsoft.com/office/drawing/2014/main" id="{73348503-0AE3-CEC4-E6C5-96E5E132068A}"/>
                  </a:ext>
                </a:extLst>
              </p:cNvPr>
              <p:cNvGrpSpPr/>
              <p:nvPr/>
            </p:nvGrpSpPr>
            <p:grpSpPr>
              <a:xfrm>
                <a:off x="6773316" y="1978053"/>
                <a:ext cx="393602" cy="181644"/>
                <a:chOff x="9302708" y="4148820"/>
                <a:chExt cx="439691" cy="202913"/>
              </a:xfrm>
            </p:grpSpPr>
            <p:sp>
              <p:nvSpPr>
                <p:cNvPr id="974" name="Rechteck: abgerundete Ecken 973">
                  <a:extLst>
                    <a:ext uri="{FF2B5EF4-FFF2-40B4-BE49-F238E27FC236}">
                      <a16:creationId xmlns:a16="http://schemas.microsoft.com/office/drawing/2014/main" id="{07191737-3250-0AE0-5B54-937838538F1B}"/>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75" name="Grafik 121" descr="Strommast mit einfarbiger Füllung">
                  <a:extLst>
                    <a:ext uri="{FF2B5EF4-FFF2-40B4-BE49-F238E27FC236}">
                      <a16:creationId xmlns:a16="http://schemas.microsoft.com/office/drawing/2014/main" id="{81060877-A4C0-9E9E-5176-B8EAFB55ED1B}"/>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76" name="Gruppieren 975">
                <a:extLst>
                  <a:ext uri="{FF2B5EF4-FFF2-40B4-BE49-F238E27FC236}">
                    <a16:creationId xmlns:a16="http://schemas.microsoft.com/office/drawing/2014/main" id="{084A8F06-E330-9ADD-AE72-D35E8E5AFFBE}"/>
                  </a:ext>
                </a:extLst>
              </p:cNvPr>
              <p:cNvGrpSpPr/>
              <p:nvPr/>
            </p:nvGrpSpPr>
            <p:grpSpPr>
              <a:xfrm>
                <a:off x="6773316" y="2325495"/>
                <a:ext cx="393602" cy="181644"/>
                <a:chOff x="9302708" y="4496262"/>
                <a:chExt cx="439691" cy="202913"/>
              </a:xfrm>
            </p:grpSpPr>
            <p:sp>
              <p:nvSpPr>
                <p:cNvPr id="977" name="Rechteck: abgerundete Ecken 976">
                  <a:extLst>
                    <a:ext uri="{FF2B5EF4-FFF2-40B4-BE49-F238E27FC236}">
                      <a16:creationId xmlns:a16="http://schemas.microsoft.com/office/drawing/2014/main" id="{BFA81386-7AAA-A64E-58E4-7CE1B9E1FD68}"/>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78" name="Grafik 121" descr="Strommast mit einfarbiger Füllung">
                  <a:extLst>
                    <a:ext uri="{FF2B5EF4-FFF2-40B4-BE49-F238E27FC236}">
                      <a16:creationId xmlns:a16="http://schemas.microsoft.com/office/drawing/2014/main" id="{6EB3F699-B590-2B4C-7BF5-FC50AB4C4116}"/>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79" name="Gruppieren 978">
                <a:extLst>
                  <a:ext uri="{FF2B5EF4-FFF2-40B4-BE49-F238E27FC236}">
                    <a16:creationId xmlns:a16="http://schemas.microsoft.com/office/drawing/2014/main" id="{B3D0B61D-0957-CF74-E387-0A8F831176EE}"/>
                  </a:ext>
                </a:extLst>
              </p:cNvPr>
              <p:cNvGrpSpPr/>
              <p:nvPr/>
            </p:nvGrpSpPr>
            <p:grpSpPr>
              <a:xfrm>
                <a:off x="6773316" y="2672937"/>
                <a:ext cx="393602" cy="181644"/>
                <a:chOff x="9302708" y="4843704"/>
                <a:chExt cx="439691" cy="202913"/>
              </a:xfrm>
            </p:grpSpPr>
            <p:sp>
              <p:nvSpPr>
                <p:cNvPr id="980" name="Rechteck: abgerundete Ecken 979">
                  <a:extLst>
                    <a:ext uri="{FF2B5EF4-FFF2-40B4-BE49-F238E27FC236}">
                      <a16:creationId xmlns:a16="http://schemas.microsoft.com/office/drawing/2014/main" id="{13882FD0-7FE8-C764-01D3-4141BBB88DD0}"/>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81" name="Grafik 121" descr="Strommast mit einfarbiger Füllung">
                  <a:extLst>
                    <a:ext uri="{FF2B5EF4-FFF2-40B4-BE49-F238E27FC236}">
                      <a16:creationId xmlns:a16="http://schemas.microsoft.com/office/drawing/2014/main" id="{592B6A76-3256-1B8A-DC75-E56BF9347521}"/>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982" name="Gruppieren 981">
                <a:extLst>
                  <a:ext uri="{FF2B5EF4-FFF2-40B4-BE49-F238E27FC236}">
                    <a16:creationId xmlns:a16="http://schemas.microsoft.com/office/drawing/2014/main" id="{91B43F89-8812-C420-13B2-FC6F8BB14332}"/>
                  </a:ext>
                </a:extLst>
              </p:cNvPr>
              <p:cNvGrpSpPr/>
              <p:nvPr/>
            </p:nvGrpSpPr>
            <p:grpSpPr>
              <a:xfrm>
                <a:off x="6773316" y="3020376"/>
                <a:ext cx="393602" cy="181644"/>
                <a:chOff x="9302708" y="5191143"/>
                <a:chExt cx="439691" cy="202913"/>
              </a:xfrm>
            </p:grpSpPr>
            <p:sp>
              <p:nvSpPr>
                <p:cNvPr id="983" name="Rechteck: abgerundete Ecken 982">
                  <a:extLst>
                    <a:ext uri="{FF2B5EF4-FFF2-40B4-BE49-F238E27FC236}">
                      <a16:creationId xmlns:a16="http://schemas.microsoft.com/office/drawing/2014/main" id="{23CF49A3-1066-5DA1-EDD1-A06C257EF567}"/>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984" name="Grafik 121" descr="Strommast mit einfarbiger Füllung">
                  <a:extLst>
                    <a:ext uri="{FF2B5EF4-FFF2-40B4-BE49-F238E27FC236}">
                      <a16:creationId xmlns:a16="http://schemas.microsoft.com/office/drawing/2014/main" id="{2BC13065-8306-7CBC-6C7F-BA936699B049}"/>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grpSp>
          <p:nvGrpSpPr>
            <p:cNvPr id="1826" name="Gruppieren 1825">
              <a:extLst>
                <a:ext uri="{FF2B5EF4-FFF2-40B4-BE49-F238E27FC236}">
                  <a16:creationId xmlns:a16="http://schemas.microsoft.com/office/drawing/2014/main" id="{F35AF53B-B901-9138-9843-B0BCF3206E86}"/>
                </a:ext>
              </a:extLst>
            </p:cNvPr>
            <p:cNvGrpSpPr/>
            <p:nvPr/>
          </p:nvGrpSpPr>
          <p:grpSpPr>
            <a:xfrm>
              <a:off x="7722075" y="1257756"/>
              <a:ext cx="439691" cy="2918015"/>
              <a:chOff x="6750271" y="588285"/>
              <a:chExt cx="439691" cy="2918015"/>
            </a:xfrm>
          </p:grpSpPr>
          <p:grpSp>
            <p:nvGrpSpPr>
              <p:cNvPr id="1827" name="Gruppieren 1826">
                <a:extLst>
                  <a:ext uri="{FF2B5EF4-FFF2-40B4-BE49-F238E27FC236}">
                    <a16:creationId xmlns:a16="http://schemas.microsoft.com/office/drawing/2014/main" id="{3BB8D85E-6288-A54E-5A3A-9542760D7E56}"/>
                  </a:ext>
                </a:extLst>
              </p:cNvPr>
              <p:cNvGrpSpPr/>
              <p:nvPr/>
            </p:nvGrpSpPr>
            <p:grpSpPr>
              <a:xfrm>
                <a:off x="6750271" y="3303387"/>
                <a:ext cx="439691" cy="202913"/>
                <a:chOff x="9302708" y="4843704"/>
                <a:chExt cx="439691" cy="202913"/>
              </a:xfrm>
            </p:grpSpPr>
            <p:sp>
              <p:nvSpPr>
                <p:cNvPr id="1852" name="Rechteck: abgerundete Ecken 1851">
                  <a:extLst>
                    <a:ext uri="{FF2B5EF4-FFF2-40B4-BE49-F238E27FC236}">
                      <a16:creationId xmlns:a16="http://schemas.microsoft.com/office/drawing/2014/main" id="{C8942A62-2B0E-47F1-1D4A-B47C3DCEE55A}"/>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53" name="Grafik 121" descr="Strommast mit einfarbiger Füllung">
                  <a:extLst>
                    <a:ext uri="{FF2B5EF4-FFF2-40B4-BE49-F238E27FC236}">
                      <a16:creationId xmlns:a16="http://schemas.microsoft.com/office/drawing/2014/main" id="{CF059D9F-3162-47E9-DA2D-FFD1987710E6}"/>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28" name="Gruppieren 1827">
                <a:extLst>
                  <a:ext uri="{FF2B5EF4-FFF2-40B4-BE49-F238E27FC236}">
                    <a16:creationId xmlns:a16="http://schemas.microsoft.com/office/drawing/2014/main" id="{67484DAB-571E-F6AB-0221-884C06EA80A4}"/>
                  </a:ext>
                </a:extLst>
              </p:cNvPr>
              <p:cNvGrpSpPr/>
              <p:nvPr/>
            </p:nvGrpSpPr>
            <p:grpSpPr>
              <a:xfrm>
                <a:off x="6773316" y="588285"/>
                <a:ext cx="393602" cy="181644"/>
                <a:chOff x="9302708" y="2759052"/>
                <a:chExt cx="439691" cy="202913"/>
              </a:xfrm>
            </p:grpSpPr>
            <p:sp>
              <p:nvSpPr>
                <p:cNvPr id="1850" name="Rechteck: abgerundete Ecken 1849">
                  <a:extLst>
                    <a:ext uri="{FF2B5EF4-FFF2-40B4-BE49-F238E27FC236}">
                      <a16:creationId xmlns:a16="http://schemas.microsoft.com/office/drawing/2014/main" id="{BE97B1D3-C9F4-2E62-FFEE-A358C9389D86}"/>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51" name="Grafik 121" descr="Strommast mit einfarbiger Füllung">
                  <a:extLst>
                    <a:ext uri="{FF2B5EF4-FFF2-40B4-BE49-F238E27FC236}">
                      <a16:creationId xmlns:a16="http://schemas.microsoft.com/office/drawing/2014/main" id="{5BD39855-AD07-DEE4-2453-0C50425F5ED2}"/>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29" name="Gruppieren 1828">
                <a:extLst>
                  <a:ext uri="{FF2B5EF4-FFF2-40B4-BE49-F238E27FC236}">
                    <a16:creationId xmlns:a16="http://schemas.microsoft.com/office/drawing/2014/main" id="{A34A8FA4-F71C-E3E1-4A2A-BD8E546C64C5}"/>
                  </a:ext>
                </a:extLst>
              </p:cNvPr>
              <p:cNvGrpSpPr/>
              <p:nvPr/>
            </p:nvGrpSpPr>
            <p:grpSpPr>
              <a:xfrm>
                <a:off x="6773316" y="935727"/>
                <a:ext cx="393602" cy="181644"/>
                <a:chOff x="9302708" y="3106494"/>
                <a:chExt cx="439691" cy="202913"/>
              </a:xfrm>
            </p:grpSpPr>
            <p:sp>
              <p:nvSpPr>
                <p:cNvPr id="1848" name="Rechteck: abgerundete Ecken 1847">
                  <a:extLst>
                    <a:ext uri="{FF2B5EF4-FFF2-40B4-BE49-F238E27FC236}">
                      <a16:creationId xmlns:a16="http://schemas.microsoft.com/office/drawing/2014/main" id="{7AACA66F-8CE4-BD8B-BEB2-72D7A0E1281C}"/>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49" name="Grafik 121" descr="Strommast mit einfarbiger Füllung">
                  <a:extLst>
                    <a:ext uri="{FF2B5EF4-FFF2-40B4-BE49-F238E27FC236}">
                      <a16:creationId xmlns:a16="http://schemas.microsoft.com/office/drawing/2014/main" id="{AE14FADB-A271-BBB5-4A01-5968A3DF0BC1}"/>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0" name="Gruppieren 1829">
                <a:extLst>
                  <a:ext uri="{FF2B5EF4-FFF2-40B4-BE49-F238E27FC236}">
                    <a16:creationId xmlns:a16="http://schemas.microsoft.com/office/drawing/2014/main" id="{95574164-01FA-B05C-707A-DCD1966F3401}"/>
                  </a:ext>
                </a:extLst>
              </p:cNvPr>
              <p:cNvGrpSpPr/>
              <p:nvPr/>
            </p:nvGrpSpPr>
            <p:grpSpPr>
              <a:xfrm>
                <a:off x="6773316" y="1283169"/>
                <a:ext cx="393602" cy="181644"/>
                <a:chOff x="9302708" y="3453936"/>
                <a:chExt cx="439691" cy="202913"/>
              </a:xfrm>
            </p:grpSpPr>
            <p:sp>
              <p:nvSpPr>
                <p:cNvPr id="1846" name="Rechteck: abgerundete Ecken 1845">
                  <a:extLst>
                    <a:ext uri="{FF2B5EF4-FFF2-40B4-BE49-F238E27FC236}">
                      <a16:creationId xmlns:a16="http://schemas.microsoft.com/office/drawing/2014/main" id="{88F9D7CC-A139-3196-763F-CE909413A750}"/>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47" name="Grafik 121" descr="Strommast mit einfarbiger Füllung">
                  <a:extLst>
                    <a:ext uri="{FF2B5EF4-FFF2-40B4-BE49-F238E27FC236}">
                      <a16:creationId xmlns:a16="http://schemas.microsoft.com/office/drawing/2014/main" id="{3A9FAE04-83E0-37EB-E576-46A0E0704925}"/>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1" name="Gruppieren 1830">
                <a:extLst>
                  <a:ext uri="{FF2B5EF4-FFF2-40B4-BE49-F238E27FC236}">
                    <a16:creationId xmlns:a16="http://schemas.microsoft.com/office/drawing/2014/main" id="{E98EE02B-8DC0-82A4-81BA-CE43AD7703C7}"/>
                  </a:ext>
                </a:extLst>
              </p:cNvPr>
              <p:cNvGrpSpPr/>
              <p:nvPr/>
            </p:nvGrpSpPr>
            <p:grpSpPr>
              <a:xfrm>
                <a:off x="6773316" y="1630611"/>
                <a:ext cx="393602" cy="181644"/>
                <a:chOff x="9302708" y="3801378"/>
                <a:chExt cx="439691" cy="202913"/>
              </a:xfrm>
            </p:grpSpPr>
            <p:sp>
              <p:nvSpPr>
                <p:cNvPr id="1844" name="Rechteck: abgerundete Ecken 1843">
                  <a:extLst>
                    <a:ext uri="{FF2B5EF4-FFF2-40B4-BE49-F238E27FC236}">
                      <a16:creationId xmlns:a16="http://schemas.microsoft.com/office/drawing/2014/main" id="{4B998157-4EAD-992D-FBE7-63844E52681F}"/>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45" name="Grafik 121" descr="Strommast mit einfarbiger Füllung">
                  <a:extLst>
                    <a:ext uri="{FF2B5EF4-FFF2-40B4-BE49-F238E27FC236}">
                      <a16:creationId xmlns:a16="http://schemas.microsoft.com/office/drawing/2014/main" id="{6BC72D4F-7B3F-486A-4055-1D175F8933C2}"/>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2" name="Gruppieren 1831">
                <a:extLst>
                  <a:ext uri="{FF2B5EF4-FFF2-40B4-BE49-F238E27FC236}">
                    <a16:creationId xmlns:a16="http://schemas.microsoft.com/office/drawing/2014/main" id="{7A2476AF-AB6C-D44E-A5AA-F63F6C501298}"/>
                  </a:ext>
                </a:extLst>
              </p:cNvPr>
              <p:cNvGrpSpPr/>
              <p:nvPr/>
            </p:nvGrpSpPr>
            <p:grpSpPr>
              <a:xfrm>
                <a:off x="6773316" y="1978053"/>
                <a:ext cx="393602" cy="181644"/>
                <a:chOff x="9302708" y="4148820"/>
                <a:chExt cx="439691" cy="202913"/>
              </a:xfrm>
            </p:grpSpPr>
            <p:sp>
              <p:nvSpPr>
                <p:cNvPr id="1842" name="Rechteck: abgerundete Ecken 1841">
                  <a:extLst>
                    <a:ext uri="{FF2B5EF4-FFF2-40B4-BE49-F238E27FC236}">
                      <a16:creationId xmlns:a16="http://schemas.microsoft.com/office/drawing/2014/main" id="{E26259AC-201E-E219-A956-893F716D907B}"/>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43" name="Grafik 121" descr="Strommast mit einfarbiger Füllung">
                  <a:extLst>
                    <a:ext uri="{FF2B5EF4-FFF2-40B4-BE49-F238E27FC236}">
                      <a16:creationId xmlns:a16="http://schemas.microsoft.com/office/drawing/2014/main" id="{8FC387CC-5F74-0F95-909B-E97A924BD06A}"/>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3" name="Gruppieren 1832">
                <a:extLst>
                  <a:ext uri="{FF2B5EF4-FFF2-40B4-BE49-F238E27FC236}">
                    <a16:creationId xmlns:a16="http://schemas.microsoft.com/office/drawing/2014/main" id="{AE61B283-4B7E-F179-39AC-69B1C16BFB21}"/>
                  </a:ext>
                </a:extLst>
              </p:cNvPr>
              <p:cNvGrpSpPr/>
              <p:nvPr/>
            </p:nvGrpSpPr>
            <p:grpSpPr>
              <a:xfrm>
                <a:off x="6773316" y="2325495"/>
                <a:ext cx="393602" cy="181644"/>
                <a:chOff x="9302708" y="4496262"/>
                <a:chExt cx="439691" cy="202913"/>
              </a:xfrm>
            </p:grpSpPr>
            <p:sp>
              <p:nvSpPr>
                <p:cNvPr id="1840" name="Rechteck: abgerundete Ecken 1839">
                  <a:extLst>
                    <a:ext uri="{FF2B5EF4-FFF2-40B4-BE49-F238E27FC236}">
                      <a16:creationId xmlns:a16="http://schemas.microsoft.com/office/drawing/2014/main" id="{DAAE1BA7-92BC-8DF3-746B-C34F45201788}"/>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41" name="Grafik 121" descr="Strommast mit einfarbiger Füllung">
                  <a:extLst>
                    <a:ext uri="{FF2B5EF4-FFF2-40B4-BE49-F238E27FC236}">
                      <a16:creationId xmlns:a16="http://schemas.microsoft.com/office/drawing/2014/main" id="{CB3B34C9-5C76-3C80-D864-7C2F3F3E17CA}"/>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4" name="Gruppieren 1833">
                <a:extLst>
                  <a:ext uri="{FF2B5EF4-FFF2-40B4-BE49-F238E27FC236}">
                    <a16:creationId xmlns:a16="http://schemas.microsoft.com/office/drawing/2014/main" id="{49A79358-A4FE-CD01-1F70-3D142DD41F02}"/>
                  </a:ext>
                </a:extLst>
              </p:cNvPr>
              <p:cNvGrpSpPr/>
              <p:nvPr/>
            </p:nvGrpSpPr>
            <p:grpSpPr>
              <a:xfrm>
                <a:off x="6773316" y="2672937"/>
                <a:ext cx="393602" cy="181644"/>
                <a:chOff x="9302708" y="4843704"/>
                <a:chExt cx="439691" cy="202913"/>
              </a:xfrm>
            </p:grpSpPr>
            <p:sp>
              <p:nvSpPr>
                <p:cNvPr id="1838" name="Rechteck: abgerundete Ecken 1837">
                  <a:extLst>
                    <a:ext uri="{FF2B5EF4-FFF2-40B4-BE49-F238E27FC236}">
                      <a16:creationId xmlns:a16="http://schemas.microsoft.com/office/drawing/2014/main" id="{2A433AF1-1D56-E11F-BCFB-007496989E2C}"/>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39" name="Grafik 121" descr="Strommast mit einfarbiger Füllung">
                  <a:extLst>
                    <a:ext uri="{FF2B5EF4-FFF2-40B4-BE49-F238E27FC236}">
                      <a16:creationId xmlns:a16="http://schemas.microsoft.com/office/drawing/2014/main" id="{2A1B232F-82CD-12EB-5AE4-515C792DE1EE}"/>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35" name="Gruppieren 1834">
                <a:extLst>
                  <a:ext uri="{FF2B5EF4-FFF2-40B4-BE49-F238E27FC236}">
                    <a16:creationId xmlns:a16="http://schemas.microsoft.com/office/drawing/2014/main" id="{D84FBE56-72D4-1D98-1C5D-C9FBF11A31E6}"/>
                  </a:ext>
                </a:extLst>
              </p:cNvPr>
              <p:cNvGrpSpPr/>
              <p:nvPr/>
            </p:nvGrpSpPr>
            <p:grpSpPr>
              <a:xfrm>
                <a:off x="6773316" y="3020376"/>
                <a:ext cx="393602" cy="181644"/>
                <a:chOff x="9302708" y="5191143"/>
                <a:chExt cx="439691" cy="202913"/>
              </a:xfrm>
            </p:grpSpPr>
            <p:sp>
              <p:nvSpPr>
                <p:cNvPr id="1836" name="Rechteck: abgerundete Ecken 1835">
                  <a:extLst>
                    <a:ext uri="{FF2B5EF4-FFF2-40B4-BE49-F238E27FC236}">
                      <a16:creationId xmlns:a16="http://schemas.microsoft.com/office/drawing/2014/main" id="{8B474621-F968-2B5D-E038-610F92A46035}"/>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37" name="Grafik 121" descr="Strommast mit einfarbiger Füllung">
                  <a:extLst>
                    <a:ext uri="{FF2B5EF4-FFF2-40B4-BE49-F238E27FC236}">
                      <a16:creationId xmlns:a16="http://schemas.microsoft.com/office/drawing/2014/main" id="{0D372EF3-4164-F81A-3B67-1C6719A29528}"/>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grpSp>
          <p:nvGrpSpPr>
            <p:cNvPr id="1854" name="Gruppieren 1853">
              <a:extLst>
                <a:ext uri="{FF2B5EF4-FFF2-40B4-BE49-F238E27FC236}">
                  <a16:creationId xmlns:a16="http://schemas.microsoft.com/office/drawing/2014/main" id="{C50C4EED-3804-3904-381B-E13E1F63142F}"/>
                </a:ext>
              </a:extLst>
            </p:cNvPr>
            <p:cNvGrpSpPr/>
            <p:nvPr/>
          </p:nvGrpSpPr>
          <p:grpSpPr>
            <a:xfrm>
              <a:off x="8119749" y="1257756"/>
              <a:ext cx="439691" cy="2918015"/>
              <a:chOff x="6750271" y="588285"/>
              <a:chExt cx="439691" cy="2918015"/>
            </a:xfrm>
          </p:grpSpPr>
          <p:grpSp>
            <p:nvGrpSpPr>
              <p:cNvPr id="1855" name="Gruppieren 1854">
                <a:extLst>
                  <a:ext uri="{FF2B5EF4-FFF2-40B4-BE49-F238E27FC236}">
                    <a16:creationId xmlns:a16="http://schemas.microsoft.com/office/drawing/2014/main" id="{C51A23AA-E9E5-7EE5-4B3E-7E21F09D63CC}"/>
                  </a:ext>
                </a:extLst>
              </p:cNvPr>
              <p:cNvGrpSpPr/>
              <p:nvPr/>
            </p:nvGrpSpPr>
            <p:grpSpPr>
              <a:xfrm>
                <a:off x="6750271" y="3303387"/>
                <a:ext cx="439691" cy="202913"/>
                <a:chOff x="9302708" y="4843704"/>
                <a:chExt cx="439691" cy="202913"/>
              </a:xfrm>
            </p:grpSpPr>
            <p:sp>
              <p:nvSpPr>
                <p:cNvPr id="1880" name="Rechteck: abgerundete Ecken 1879">
                  <a:extLst>
                    <a:ext uri="{FF2B5EF4-FFF2-40B4-BE49-F238E27FC236}">
                      <a16:creationId xmlns:a16="http://schemas.microsoft.com/office/drawing/2014/main" id="{1623D24A-EDA4-CF9D-6A4C-075BDEB89CEF}"/>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81" name="Grafik 121" descr="Strommast mit einfarbiger Füllung">
                  <a:extLst>
                    <a:ext uri="{FF2B5EF4-FFF2-40B4-BE49-F238E27FC236}">
                      <a16:creationId xmlns:a16="http://schemas.microsoft.com/office/drawing/2014/main" id="{28D5D8D3-4091-FF9A-1B65-F57E55108365}"/>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56" name="Gruppieren 1855">
                <a:extLst>
                  <a:ext uri="{FF2B5EF4-FFF2-40B4-BE49-F238E27FC236}">
                    <a16:creationId xmlns:a16="http://schemas.microsoft.com/office/drawing/2014/main" id="{9AC5B444-854D-7328-2E62-39E2AB88D65B}"/>
                  </a:ext>
                </a:extLst>
              </p:cNvPr>
              <p:cNvGrpSpPr/>
              <p:nvPr/>
            </p:nvGrpSpPr>
            <p:grpSpPr>
              <a:xfrm>
                <a:off x="6773316" y="588285"/>
                <a:ext cx="393602" cy="181644"/>
                <a:chOff x="9302708" y="2759052"/>
                <a:chExt cx="439691" cy="202913"/>
              </a:xfrm>
            </p:grpSpPr>
            <p:sp>
              <p:nvSpPr>
                <p:cNvPr id="1878" name="Rechteck: abgerundete Ecken 1877">
                  <a:extLst>
                    <a:ext uri="{FF2B5EF4-FFF2-40B4-BE49-F238E27FC236}">
                      <a16:creationId xmlns:a16="http://schemas.microsoft.com/office/drawing/2014/main" id="{5EDEAE2E-49B4-7733-9756-0E00D4C22727}"/>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79" name="Grafik 121" descr="Strommast mit einfarbiger Füllung">
                  <a:extLst>
                    <a:ext uri="{FF2B5EF4-FFF2-40B4-BE49-F238E27FC236}">
                      <a16:creationId xmlns:a16="http://schemas.microsoft.com/office/drawing/2014/main" id="{A2DD70CB-5C04-011E-C2A0-DD8C23DA4720}"/>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57" name="Gruppieren 1856">
                <a:extLst>
                  <a:ext uri="{FF2B5EF4-FFF2-40B4-BE49-F238E27FC236}">
                    <a16:creationId xmlns:a16="http://schemas.microsoft.com/office/drawing/2014/main" id="{5187804C-2AD8-4134-AB29-56F75B21CC8F}"/>
                  </a:ext>
                </a:extLst>
              </p:cNvPr>
              <p:cNvGrpSpPr/>
              <p:nvPr/>
            </p:nvGrpSpPr>
            <p:grpSpPr>
              <a:xfrm>
                <a:off x="6773316" y="935727"/>
                <a:ext cx="393602" cy="181644"/>
                <a:chOff x="9302708" y="3106494"/>
                <a:chExt cx="439691" cy="202913"/>
              </a:xfrm>
            </p:grpSpPr>
            <p:sp>
              <p:nvSpPr>
                <p:cNvPr id="1876" name="Rechteck: abgerundete Ecken 1875">
                  <a:extLst>
                    <a:ext uri="{FF2B5EF4-FFF2-40B4-BE49-F238E27FC236}">
                      <a16:creationId xmlns:a16="http://schemas.microsoft.com/office/drawing/2014/main" id="{154F1404-AC0A-EAE4-CEEF-DB9C62404D26}"/>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77" name="Grafik 121" descr="Strommast mit einfarbiger Füllung">
                  <a:extLst>
                    <a:ext uri="{FF2B5EF4-FFF2-40B4-BE49-F238E27FC236}">
                      <a16:creationId xmlns:a16="http://schemas.microsoft.com/office/drawing/2014/main" id="{AC6309DB-3931-B900-AAAC-AF804A2037C1}"/>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58" name="Gruppieren 1857">
                <a:extLst>
                  <a:ext uri="{FF2B5EF4-FFF2-40B4-BE49-F238E27FC236}">
                    <a16:creationId xmlns:a16="http://schemas.microsoft.com/office/drawing/2014/main" id="{FEC53270-8434-DC62-A5FD-90201C05F6FA}"/>
                  </a:ext>
                </a:extLst>
              </p:cNvPr>
              <p:cNvGrpSpPr/>
              <p:nvPr/>
            </p:nvGrpSpPr>
            <p:grpSpPr>
              <a:xfrm>
                <a:off x="6773316" y="1283169"/>
                <a:ext cx="393602" cy="181644"/>
                <a:chOff x="9302708" y="3453936"/>
                <a:chExt cx="439691" cy="202913"/>
              </a:xfrm>
            </p:grpSpPr>
            <p:sp>
              <p:nvSpPr>
                <p:cNvPr id="1874" name="Rechteck: abgerundete Ecken 1873">
                  <a:extLst>
                    <a:ext uri="{FF2B5EF4-FFF2-40B4-BE49-F238E27FC236}">
                      <a16:creationId xmlns:a16="http://schemas.microsoft.com/office/drawing/2014/main" id="{FB1E65F9-FB3A-0A25-6885-A97C6577C441}"/>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75" name="Grafik 121" descr="Strommast mit einfarbiger Füllung">
                  <a:extLst>
                    <a:ext uri="{FF2B5EF4-FFF2-40B4-BE49-F238E27FC236}">
                      <a16:creationId xmlns:a16="http://schemas.microsoft.com/office/drawing/2014/main" id="{F5F50EF6-28F8-5F33-AD05-5B94D0BA7324}"/>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59" name="Gruppieren 1858">
                <a:extLst>
                  <a:ext uri="{FF2B5EF4-FFF2-40B4-BE49-F238E27FC236}">
                    <a16:creationId xmlns:a16="http://schemas.microsoft.com/office/drawing/2014/main" id="{3D02A525-D5EA-06EA-D543-B593CF5C0BF3}"/>
                  </a:ext>
                </a:extLst>
              </p:cNvPr>
              <p:cNvGrpSpPr/>
              <p:nvPr/>
            </p:nvGrpSpPr>
            <p:grpSpPr>
              <a:xfrm>
                <a:off x="6773316" y="1630611"/>
                <a:ext cx="393602" cy="181644"/>
                <a:chOff x="9302708" y="3801378"/>
                <a:chExt cx="439691" cy="202913"/>
              </a:xfrm>
            </p:grpSpPr>
            <p:sp>
              <p:nvSpPr>
                <p:cNvPr id="1872" name="Rechteck: abgerundete Ecken 1871">
                  <a:extLst>
                    <a:ext uri="{FF2B5EF4-FFF2-40B4-BE49-F238E27FC236}">
                      <a16:creationId xmlns:a16="http://schemas.microsoft.com/office/drawing/2014/main" id="{3872662D-5A53-A2D6-C799-AD92E1783DBA}"/>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73" name="Grafik 121" descr="Strommast mit einfarbiger Füllung">
                  <a:extLst>
                    <a:ext uri="{FF2B5EF4-FFF2-40B4-BE49-F238E27FC236}">
                      <a16:creationId xmlns:a16="http://schemas.microsoft.com/office/drawing/2014/main" id="{31511EC3-9BF3-F406-D7BD-37ADE5DB92B3}"/>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60" name="Gruppieren 1859">
                <a:extLst>
                  <a:ext uri="{FF2B5EF4-FFF2-40B4-BE49-F238E27FC236}">
                    <a16:creationId xmlns:a16="http://schemas.microsoft.com/office/drawing/2014/main" id="{1175DCC1-E091-BF75-7D22-4D5330BC1939}"/>
                  </a:ext>
                </a:extLst>
              </p:cNvPr>
              <p:cNvGrpSpPr/>
              <p:nvPr/>
            </p:nvGrpSpPr>
            <p:grpSpPr>
              <a:xfrm>
                <a:off x="6773316" y="1978053"/>
                <a:ext cx="393602" cy="181644"/>
                <a:chOff x="9302708" y="4148820"/>
                <a:chExt cx="439691" cy="202913"/>
              </a:xfrm>
            </p:grpSpPr>
            <p:sp>
              <p:nvSpPr>
                <p:cNvPr id="1870" name="Rechteck: abgerundete Ecken 1869">
                  <a:extLst>
                    <a:ext uri="{FF2B5EF4-FFF2-40B4-BE49-F238E27FC236}">
                      <a16:creationId xmlns:a16="http://schemas.microsoft.com/office/drawing/2014/main" id="{1A8E8C6C-8B1C-F249-8762-049A4A4166DA}"/>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71" name="Grafik 121" descr="Strommast mit einfarbiger Füllung">
                  <a:extLst>
                    <a:ext uri="{FF2B5EF4-FFF2-40B4-BE49-F238E27FC236}">
                      <a16:creationId xmlns:a16="http://schemas.microsoft.com/office/drawing/2014/main" id="{0F106C24-065E-CA63-B0DE-D9ADA872F298}"/>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61" name="Gruppieren 1860">
                <a:extLst>
                  <a:ext uri="{FF2B5EF4-FFF2-40B4-BE49-F238E27FC236}">
                    <a16:creationId xmlns:a16="http://schemas.microsoft.com/office/drawing/2014/main" id="{8A1214EF-B0BF-A0F6-4658-E8AC07B278DB}"/>
                  </a:ext>
                </a:extLst>
              </p:cNvPr>
              <p:cNvGrpSpPr/>
              <p:nvPr/>
            </p:nvGrpSpPr>
            <p:grpSpPr>
              <a:xfrm>
                <a:off x="6773316" y="2325495"/>
                <a:ext cx="393602" cy="181644"/>
                <a:chOff x="9302708" y="4496262"/>
                <a:chExt cx="439691" cy="202913"/>
              </a:xfrm>
            </p:grpSpPr>
            <p:sp>
              <p:nvSpPr>
                <p:cNvPr id="1868" name="Rechteck: abgerundete Ecken 1867">
                  <a:extLst>
                    <a:ext uri="{FF2B5EF4-FFF2-40B4-BE49-F238E27FC236}">
                      <a16:creationId xmlns:a16="http://schemas.microsoft.com/office/drawing/2014/main" id="{BEC33B8D-1F35-43D1-8753-96BACA195DEE}"/>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69" name="Grafik 121" descr="Strommast mit einfarbiger Füllung">
                  <a:extLst>
                    <a:ext uri="{FF2B5EF4-FFF2-40B4-BE49-F238E27FC236}">
                      <a16:creationId xmlns:a16="http://schemas.microsoft.com/office/drawing/2014/main" id="{403DFC78-FD5F-8E92-20A5-BC1C83406CCB}"/>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62" name="Gruppieren 1861">
                <a:extLst>
                  <a:ext uri="{FF2B5EF4-FFF2-40B4-BE49-F238E27FC236}">
                    <a16:creationId xmlns:a16="http://schemas.microsoft.com/office/drawing/2014/main" id="{5D00242E-4B5A-9434-CF5B-BF9CBC04D5DB}"/>
                  </a:ext>
                </a:extLst>
              </p:cNvPr>
              <p:cNvGrpSpPr/>
              <p:nvPr/>
            </p:nvGrpSpPr>
            <p:grpSpPr>
              <a:xfrm>
                <a:off x="6773316" y="2672937"/>
                <a:ext cx="393602" cy="181644"/>
                <a:chOff x="9302708" y="4843704"/>
                <a:chExt cx="439691" cy="202913"/>
              </a:xfrm>
            </p:grpSpPr>
            <p:sp>
              <p:nvSpPr>
                <p:cNvPr id="1866" name="Rechteck: abgerundete Ecken 1865">
                  <a:extLst>
                    <a:ext uri="{FF2B5EF4-FFF2-40B4-BE49-F238E27FC236}">
                      <a16:creationId xmlns:a16="http://schemas.microsoft.com/office/drawing/2014/main" id="{78AE2D5C-CA35-3E4C-EA6A-BCCFD8500AB7}"/>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67" name="Grafik 121" descr="Strommast mit einfarbiger Füllung">
                  <a:extLst>
                    <a:ext uri="{FF2B5EF4-FFF2-40B4-BE49-F238E27FC236}">
                      <a16:creationId xmlns:a16="http://schemas.microsoft.com/office/drawing/2014/main" id="{5C4934E8-3983-C13B-FB64-9182B20223EA}"/>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63" name="Gruppieren 1862">
                <a:extLst>
                  <a:ext uri="{FF2B5EF4-FFF2-40B4-BE49-F238E27FC236}">
                    <a16:creationId xmlns:a16="http://schemas.microsoft.com/office/drawing/2014/main" id="{5FD552A5-BA98-FFC2-4FFD-938281B9CCD7}"/>
                  </a:ext>
                </a:extLst>
              </p:cNvPr>
              <p:cNvGrpSpPr/>
              <p:nvPr/>
            </p:nvGrpSpPr>
            <p:grpSpPr>
              <a:xfrm>
                <a:off x="6773316" y="3020376"/>
                <a:ext cx="393602" cy="181644"/>
                <a:chOff x="9302708" y="5191143"/>
                <a:chExt cx="439691" cy="202913"/>
              </a:xfrm>
            </p:grpSpPr>
            <p:sp>
              <p:nvSpPr>
                <p:cNvPr id="1864" name="Rechteck: abgerundete Ecken 1863">
                  <a:extLst>
                    <a:ext uri="{FF2B5EF4-FFF2-40B4-BE49-F238E27FC236}">
                      <a16:creationId xmlns:a16="http://schemas.microsoft.com/office/drawing/2014/main" id="{4AD2A9DD-30F3-B50A-50D4-9D8A0B94E6C9}"/>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65" name="Grafik 121" descr="Strommast mit einfarbiger Füllung">
                  <a:extLst>
                    <a:ext uri="{FF2B5EF4-FFF2-40B4-BE49-F238E27FC236}">
                      <a16:creationId xmlns:a16="http://schemas.microsoft.com/office/drawing/2014/main" id="{C494C431-FB50-BA69-7B21-F99BD2A99461}"/>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grpSp>
          <p:nvGrpSpPr>
            <p:cNvPr id="1882" name="Gruppieren 1881">
              <a:extLst>
                <a:ext uri="{FF2B5EF4-FFF2-40B4-BE49-F238E27FC236}">
                  <a16:creationId xmlns:a16="http://schemas.microsoft.com/office/drawing/2014/main" id="{72428B2D-A355-0D29-DC3B-30D14B799416}"/>
                </a:ext>
              </a:extLst>
            </p:cNvPr>
            <p:cNvGrpSpPr/>
            <p:nvPr/>
          </p:nvGrpSpPr>
          <p:grpSpPr>
            <a:xfrm>
              <a:off x="8517423" y="1257756"/>
              <a:ext cx="439691" cy="2918015"/>
              <a:chOff x="6750271" y="588285"/>
              <a:chExt cx="439691" cy="2918015"/>
            </a:xfrm>
          </p:grpSpPr>
          <p:grpSp>
            <p:nvGrpSpPr>
              <p:cNvPr id="1883" name="Gruppieren 1882">
                <a:extLst>
                  <a:ext uri="{FF2B5EF4-FFF2-40B4-BE49-F238E27FC236}">
                    <a16:creationId xmlns:a16="http://schemas.microsoft.com/office/drawing/2014/main" id="{1DD7071E-7FBC-5FAD-726A-8CAC5539705B}"/>
                  </a:ext>
                </a:extLst>
              </p:cNvPr>
              <p:cNvGrpSpPr/>
              <p:nvPr/>
            </p:nvGrpSpPr>
            <p:grpSpPr>
              <a:xfrm>
                <a:off x="6750271" y="3303387"/>
                <a:ext cx="439691" cy="202913"/>
                <a:chOff x="9302708" y="4843704"/>
                <a:chExt cx="439691" cy="202913"/>
              </a:xfrm>
            </p:grpSpPr>
            <p:sp>
              <p:nvSpPr>
                <p:cNvPr id="1908" name="Rechteck: abgerundete Ecken 1907">
                  <a:extLst>
                    <a:ext uri="{FF2B5EF4-FFF2-40B4-BE49-F238E27FC236}">
                      <a16:creationId xmlns:a16="http://schemas.microsoft.com/office/drawing/2014/main" id="{FBE8A344-662E-1549-C434-A5162A9395C9}"/>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09" name="Grafik 121" descr="Strommast mit einfarbiger Füllung">
                  <a:extLst>
                    <a:ext uri="{FF2B5EF4-FFF2-40B4-BE49-F238E27FC236}">
                      <a16:creationId xmlns:a16="http://schemas.microsoft.com/office/drawing/2014/main" id="{9AEF223B-8666-AD24-1128-64D9182A9F1F}"/>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4" name="Gruppieren 1883">
                <a:extLst>
                  <a:ext uri="{FF2B5EF4-FFF2-40B4-BE49-F238E27FC236}">
                    <a16:creationId xmlns:a16="http://schemas.microsoft.com/office/drawing/2014/main" id="{F39E4F48-19BB-7FC2-1F70-442ED447A1C0}"/>
                  </a:ext>
                </a:extLst>
              </p:cNvPr>
              <p:cNvGrpSpPr/>
              <p:nvPr/>
            </p:nvGrpSpPr>
            <p:grpSpPr>
              <a:xfrm>
                <a:off x="6773316" y="588285"/>
                <a:ext cx="393602" cy="181644"/>
                <a:chOff x="9302708" y="2759052"/>
                <a:chExt cx="439691" cy="202913"/>
              </a:xfrm>
            </p:grpSpPr>
            <p:sp>
              <p:nvSpPr>
                <p:cNvPr id="1906" name="Rechteck: abgerundete Ecken 1905">
                  <a:extLst>
                    <a:ext uri="{FF2B5EF4-FFF2-40B4-BE49-F238E27FC236}">
                      <a16:creationId xmlns:a16="http://schemas.microsoft.com/office/drawing/2014/main" id="{D0EF376B-16D9-6B22-1459-A93CAE471A1A}"/>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07" name="Grafik 121" descr="Strommast mit einfarbiger Füllung">
                  <a:extLst>
                    <a:ext uri="{FF2B5EF4-FFF2-40B4-BE49-F238E27FC236}">
                      <a16:creationId xmlns:a16="http://schemas.microsoft.com/office/drawing/2014/main" id="{3C1EE74B-1AD2-E912-FF23-E5BC9BBFF582}"/>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5" name="Gruppieren 1884">
                <a:extLst>
                  <a:ext uri="{FF2B5EF4-FFF2-40B4-BE49-F238E27FC236}">
                    <a16:creationId xmlns:a16="http://schemas.microsoft.com/office/drawing/2014/main" id="{7A47F0EC-EF12-BF06-266A-482D42B4AA54}"/>
                  </a:ext>
                </a:extLst>
              </p:cNvPr>
              <p:cNvGrpSpPr/>
              <p:nvPr/>
            </p:nvGrpSpPr>
            <p:grpSpPr>
              <a:xfrm>
                <a:off x="6773316" y="935727"/>
                <a:ext cx="393602" cy="181644"/>
                <a:chOff x="9302708" y="3106494"/>
                <a:chExt cx="439691" cy="202913"/>
              </a:xfrm>
            </p:grpSpPr>
            <p:sp>
              <p:nvSpPr>
                <p:cNvPr id="1904" name="Rechteck: abgerundete Ecken 1903">
                  <a:extLst>
                    <a:ext uri="{FF2B5EF4-FFF2-40B4-BE49-F238E27FC236}">
                      <a16:creationId xmlns:a16="http://schemas.microsoft.com/office/drawing/2014/main" id="{A727DD55-512A-A4C0-BE6B-676BD7346E62}"/>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05" name="Grafik 121" descr="Strommast mit einfarbiger Füllung">
                  <a:extLst>
                    <a:ext uri="{FF2B5EF4-FFF2-40B4-BE49-F238E27FC236}">
                      <a16:creationId xmlns:a16="http://schemas.microsoft.com/office/drawing/2014/main" id="{AE932BD7-0C53-8B2C-1866-4E3111994B93}"/>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6" name="Gruppieren 1885">
                <a:extLst>
                  <a:ext uri="{FF2B5EF4-FFF2-40B4-BE49-F238E27FC236}">
                    <a16:creationId xmlns:a16="http://schemas.microsoft.com/office/drawing/2014/main" id="{673703D1-5905-58E7-43D4-07E2244E7FB9}"/>
                  </a:ext>
                </a:extLst>
              </p:cNvPr>
              <p:cNvGrpSpPr/>
              <p:nvPr/>
            </p:nvGrpSpPr>
            <p:grpSpPr>
              <a:xfrm>
                <a:off x="6773316" y="1283169"/>
                <a:ext cx="393602" cy="181644"/>
                <a:chOff x="9302708" y="3453936"/>
                <a:chExt cx="439691" cy="202913"/>
              </a:xfrm>
            </p:grpSpPr>
            <p:sp>
              <p:nvSpPr>
                <p:cNvPr id="1902" name="Rechteck: abgerundete Ecken 1901">
                  <a:extLst>
                    <a:ext uri="{FF2B5EF4-FFF2-40B4-BE49-F238E27FC236}">
                      <a16:creationId xmlns:a16="http://schemas.microsoft.com/office/drawing/2014/main" id="{124C7382-9841-8E06-AD7E-58EAE30157F2}"/>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03" name="Grafik 121" descr="Strommast mit einfarbiger Füllung">
                  <a:extLst>
                    <a:ext uri="{FF2B5EF4-FFF2-40B4-BE49-F238E27FC236}">
                      <a16:creationId xmlns:a16="http://schemas.microsoft.com/office/drawing/2014/main" id="{AAFA31F0-1808-24B7-57C9-16B5E334B5F1}"/>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7" name="Gruppieren 1886">
                <a:extLst>
                  <a:ext uri="{FF2B5EF4-FFF2-40B4-BE49-F238E27FC236}">
                    <a16:creationId xmlns:a16="http://schemas.microsoft.com/office/drawing/2014/main" id="{2515A0D7-6392-90B0-C754-2A239D2F216F}"/>
                  </a:ext>
                </a:extLst>
              </p:cNvPr>
              <p:cNvGrpSpPr/>
              <p:nvPr/>
            </p:nvGrpSpPr>
            <p:grpSpPr>
              <a:xfrm>
                <a:off x="6773316" y="1630611"/>
                <a:ext cx="393602" cy="181644"/>
                <a:chOff x="9302708" y="3801378"/>
                <a:chExt cx="439691" cy="202913"/>
              </a:xfrm>
            </p:grpSpPr>
            <p:sp>
              <p:nvSpPr>
                <p:cNvPr id="1900" name="Rechteck: abgerundete Ecken 1899">
                  <a:extLst>
                    <a:ext uri="{FF2B5EF4-FFF2-40B4-BE49-F238E27FC236}">
                      <a16:creationId xmlns:a16="http://schemas.microsoft.com/office/drawing/2014/main" id="{4B86140F-F4C2-E34F-9D2F-C3BD81F11829}"/>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01" name="Grafik 121" descr="Strommast mit einfarbiger Füllung">
                  <a:extLst>
                    <a:ext uri="{FF2B5EF4-FFF2-40B4-BE49-F238E27FC236}">
                      <a16:creationId xmlns:a16="http://schemas.microsoft.com/office/drawing/2014/main" id="{D2B73DB1-F564-33A6-684A-B7BAD1459447}"/>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8" name="Gruppieren 1887">
                <a:extLst>
                  <a:ext uri="{FF2B5EF4-FFF2-40B4-BE49-F238E27FC236}">
                    <a16:creationId xmlns:a16="http://schemas.microsoft.com/office/drawing/2014/main" id="{FD5E3DC9-3F02-D98D-614B-47654FCB8B36}"/>
                  </a:ext>
                </a:extLst>
              </p:cNvPr>
              <p:cNvGrpSpPr/>
              <p:nvPr/>
            </p:nvGrpSpPr>
            <p:grpSpPr>
              <a:xfrm>
                <a:off x="6773316" y="1978053"/>
                <a:ext cx="393602" cy="181644"/>
                <a:chOff x="9302708" y="4148820"/>
                <a:chExt cx="439691" cy="202913"/>
              </a:xfrm>
            </p:grpSpPr>
            <p:sp>
              <p:nvSpPr>
                <p:cNvPr id="1898" name="Rechteck: abgerundete Ecken 1897">
                  <a:extLst>
                    <a:ext uri="{FF2B5EF4-FFF2-40B4-BE49-F238E27FC236}">
                      <a16:creationId xmlns:a16="http://schemas.microsoft.com/office/drawing/2014/main" id="{18449E7C-C5BF-F89F-DBA2-9BEFFD8A65C6}"/>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99" name="Grafik 121" descr="Strommast mit einfarbiger Füllung">
                  <a:extLst>
                    <a:ext uri="{FF2B5EF4-FFF2-40B4-BE49-F238E27FC236}">
                      <a16:creationId xmlns:a16="http://schemas.microsoft.com/office/drawing/2014/main" id="{EF92C2B3-32F7-E5F1-4058-EEB84D927AF5}"/>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89" name="Gruppieren 1888">
                <a:extLst>
                  <a:ext uri="{FF2B5EF4-FFF2-40B4-BE49-F238E27FC236}">
                    <a16:creationId xmlns:a16="http://schemas.microsoft.com/office/drawing/2014/main" id="{A5ECE682-74AD-3852-137D-4E140FEA4927}"/>
                  </a:ext>
                </a:extLst>
              </p:cNvPr>
              <p:cNvGrpSpPr/>
              <p:nvPr/>
            </p:nvGrpSpPr>
            <p:grpSpPr>
              <a:xfrm>
                <a:off x="6773316" y="2325495"/>
                <a:ext cx="393602" cy="181644"/>
                <a:chOff x="9302708" y="4496262"/>
                <a:chExt cx="439691" cy="202913"/>
              </a:xfrm>
            </p:grpSpPr>
            <p:sp>
              <p:nvSpPr>
                <p:cNvPr id="1896" name="Rechteck: abgerundete Ecken 1895">
                  <a:extLst>
                    <a:ext uri="{FF2B5EF4-FFF2-40B4-BE49-F238E27FC236}">
                      <a16:creationId xmlns:a16="http://schemas.microsoft.com/office/drawing/2014/main" id="{42201793-BC7E-856D-81A1-73A08B9CE204}"/>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97" name="Grafik 121" descr="Strommast mit einfarbiger Füllung">
                  <a:extLst>
                    <a:ext uri="{FF2B5EF4-FFF2-40B4-BE49-F238E27FC236}">
                      <a16:creationId xmlns:a16="http://schemas.microsoft.com/office/drawing/2014/main" id="{B6ADF6F8-3799-AE4B-1AB3-1DE5E76BF638}"/>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90" name="Gruppieren 1889">
                <a:extLst>
                  <a:ext uri="{FF2B5EF4-FFF2-40B4-BE49-F238E27FC236}">
                    <a16:creationId xmlns:a16="http://schemas.microsoft.com/office/drawing/2014/main" id="{3EAC1D11-81BD-B6F4-F614-0D31E56994AD}"/>
                  </a:ext>
                </a:extLst>
              </p:cNvPr>
              <p:cNvGrpSpPr/>
              <p:nvPr/>
            </p:nvGrpSpPr>
            <p:grpSpPr>
              <a:xfrm>
                <a:off x="6773316" y="2672937"/>
                <a:ext cx="393602" cy="181644"/>
                <a:chOff x="9302708" y="4843704"/>
                <a:chExt cx="439691" cy="202913"/>
              </a:xfrm>
            </p:grpSpPr>
            <p:sp>
              <p:nvSpPr>
                <p:cNvPr id="1894" name="Rechteck: abgerundete Ecken 1893">
                  <a:extLst>
                    <a:ext uri="{FF2B5EF4-FFF2-40B4-BE49-F238E27FC236}">
                      <a16:creationId xmlns:a16="http://schemas.microsoft.com/office/drawing/2014/main" id="{078DAD68-973F-9E81-7107-5E24A5BEAB96}"/>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95" name="Grafik 121" descr="Strommast mit einfarbiger Füllung">
                  <a:extLst>
                    <a:ext uri="{FF2B5EF4-FFF2-40B4-BE49-F238E27FC236}">
                      <a16:creationId xmlns:a16="http://schemas.microsoft.com/office/drawing/2014/main" id="{1F3D2EC8-4454-65FA-B80C-A4BE0A394F01}"/>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891" name="Gruppieren 1890">
                <a:extLst>
                  <a:ext uri="{FF2B5EF4-FFF2-40B4-BE49-F238E27FC236}">
                    <a16:creationId xmlns:a16="http://schemas.microsoft.com/office/drawing/2014/main" id="{39339553-C4DB-EFBD-72AE-ADDA0B28244A}"/>
                  </a:ext>
                </a:extLst>
              </p:cNvPr>
              <p:cNvGrpSpPr/>
              <p:nvPr/>
            </p:nvGrpSpPr>
            <p:grpSpPr>
              <a:xfrm>
                <a:off x="6773316" y="3020376"/>
                <a:ext cx="393602" cy="181644"/>
                <a:chOff x="9302708" y="5191143"/>
                <a:chExt cx="439691" cy="202913"/>
              </a:xfrm>
            </p:grpSpPr>
            <p:sp>
              <p:nvSpPr>
                <p:cNvPr id="1892" name="Rechteck: abgerundete Ecken 1891">
                  <a:extLst>
                    <a:ext uri="{FF2B5EF4-FFF2-40B4-BE49-F238E27FC236}">
                      <a16:creationId xmlns:a16="http://schemas.microsoft.com/office/drawing/2014/main" id="{9441C1C6-E61B-338F-32D6-D07C02BD90A9}"/>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893" name="Grafik 121" descr="Strommast mit einfarbiger Füllung">
                  <a:extLst>
                    <a:ext uri="{FF2B5EF4-FFF2-40B4-BE49-F238E27FC236}">
                      <a16:creationId xmlns:a16="http://schemas.microsoft.com/office/drawing/2014/main" id="{69319A78-9715-CD44-498C-4F10936C60B0}"/>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grpSp>
          <p:nvGrpSpPr>
            <p:cNvPr id="1910" name="Gruppieren 1909">
              <a:extLst>
                <a:ext uri="{FF2B5EF4-FFF2-40B4-BE49-F238E27FC236}">
                  <a16:creationId xmlns:a16="http://schemas.microsoft.com/office/drawing/2014/main" id="{DADAD4AE-EFA2-198F-E7A0-859F5346C2A1}"/>
                </a:ext>
              </a:extLst>
            </p:cNvPr>
            <p:cNvGrpSpPr/>
            <p:nvPr/>
          </p:nvGrpSpPr>
          <p:grpSpPr>
            <a:xfrm>
              <a:off x="8915097" y="1257756"/>
              <a:ext cx="439691" cy="2918015"/>
              <a:chOff x="6750271" y="588285"/>
              <a:chExt cx="439691" cy="2918015"/>
            </a:xfrm>
          </p:grpSpPr>
          <p:grpSp>
            <p:nvGrpSpPr>
              <p:cNvPr id="1911" name="Gruppieren 1910">
                <a:extLst>
                  <a:ext uri="{FF2B5EF4-FFF2-40B4-BE49-F238E27FC236}">
                    <a16:creationId xmlns:a16="http://schemas.microsoft.com/office/drawing/2014/main" id="{18E7D250-7DF9-1FB0-CCAE-0D4ABAF72931}"/>
                  </a:ext>
                </a:extLst>
              </p:cNvPr>
              <p:cNvGrpSpPr/>
              <p:nvPr/>
            </p:nvGrpSpPr>
            <p:grpSpPr>
              <a:xfrm>
                <a:off x="6750271" y="3303387"/>
                <a:ext cx="439691" cy="202913"/>
                <a:chOff x="9302708" y="4843704"/>
                <a:chExt cx="439691" cy="202913"/>
              </a:xfrm>
            </p:grpSpPr>
            <p:sp>
              <p:nvSpPr>
                <p:cNvPr id="1936" name="Rechteck: abgerundete Ecken 1935">
                  <a:extLst>
                    <a:ext uri="{FF2B5EF4-FFF2-40B4-BE49-F238E27FC236}">
                      <a16:creationId xmlns:a16="http://schemas.microsoft.com/office/drawing/2014/main" id="{D7E0EB55-B8DD-2BE2-8890-371E6A0F026A}"/>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37" name="Grafik 121" descr="Strommast mit einfarbiger Füllung">
                  <a:extLst>
                    <a:ext uri="{FF2B5EF4-FFF2-40B4-BE49-F238E27FC236}">
                      <a16:creationId xmlns:a16="http://schemas.microsoft.com/office/drawing/2014/main" id="{FE431A48-79D1-9E9A-280B-D6AA677E18E1}"/>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2" name="Gruppieren 1911">
                <a:extLst>
                  <a:ext uri="{FF2B5EF4-FFF2-40B4-BE49-F238E27FC236}">
                    <a16:creationId xmlns:a16="http://schemas.microsoft.com/office/drawing/2014/main" id="{172FD17F-9F7B-F3FA-CC3B-14D48616C937}"/>
                  </a:ext>
                </a:extLst>
              </p:cNvPr>
              <p:cNvGrpSpPr/>
              <p:nvPr/>
            </p:nvGrpSpPr>
            <p:grpSpPr>
              <a:xfrm>
                <a:off x="6773316" y="588285"/>
                <a:ext cx="393602" cy="181644"/>
                <a:chOff x="9302708" y="2759052"/>
                <a:chExt cx="439691" cy="202913"/>
              </a:xfrm>
            </p:grpSpPr>
            <p:sp>
              <p:nvSpPr>
                <p:cNvPr id="1934" name="Rechteck: abgerundete Ecken 1933">
                  <a:extLst>
                    <a:ext uri="{FF2B5EF4-FFF2-40B4-BE49-F238E27FC236}">
                      <a16:creationId xmlns:a16="http://schemas.microsoft.com/office/drawing/2014/main" id="{167F0855-69C1-DCBF-1099-D320BD5B8D54}"/>
                    </a:ext>
                  </a:extLst>
                </p:cNvPr>
                <p:cNvSpPr/>
                <p:nvPr/>
              </p:nvSpPr>
              <p:spPr>
                <a:xfrm>
                  <a:off x="9302708" y="275905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35" name="Grafik 121" descr="Strommast mit einfarbiger Füllung">
                  <a:extLst>
                    <a:ext uri="{FF2B5EF4-FFF2-40B4-BE49-F238E27FC236}">
                      <a16:creationId xmlns:a16="http://schemas.microsoft.com/office/drawing/2014/main" id="{DE6316F0-1518-96F0-72C1-B1550A8A6CA4}"/>
                    </a:ext>
                  </a:extLst>
                </p:cNvPr>
                <p:cNvSpPr/>
                <p:nvPr/>
              </p:nvSpPr>
              <p:spPr>
                <a:xfrm>
                  <a:off x="9533755" y="278664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3" name="Gruppieren 1912">
                <a:extLst>
                  <a:ext uri="{FF2B5EF4-FFF2-40B4-BE49-F238E27FC236}">
                    <a16:creationId xmlns:a16="http://schemas.microsoft.com/office/drawing/2014/main" id="{BC1841FB-055A-C57D-9358-0FC0A99666AE}"/>
                  </a:ext>
                </a:extLst>
              </p:cNvPr>
              <p:cNvGrpSpPr/>
              <p:nvPr/>
            </p:nvGrpSpPr>
            <p:grpSpPr>
              <a:xfrm>
                <a:off x="6773316" y="935727"/>
                <a:ext cx="393602" cy="181644"/>
                <a:chOff x="9302708" y="3106494"/>
                <a:chExt cx="439691" cy="202913"/>
              </a:xfrm>
            </p:grpSpPr>
            <p:sp>
              <p:nvSpPr>
                <p:cNvPr id="1932" name="Rechteck: abgerundete Ecken 1931">
                  <a:extLst>
                    <a:ext uri="{FF2B5EF4-FFF2-40B4-BE49-F238E27FC236}">
                      <a16:creationId xmlns:a16="http://schemas.microsoft.com/office/drawing/2014/main" id="{A4858BE4-4CE8-E566-EA71-1DF5449411C7}"/>
                    </a:ext>
                  </a:extLst>
                </p:cNvPr>
                <p:cNvSpPr/>
                <p:nvPr/>
              </p:nvSpPr>
              <p:spPr>
                <a:xfrm>
                  <a:off x="9302708" y="310649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33" name="Grafik 121" descr="Strommast mit einfarbiger Füllung">
                  <a:extLst>
                    <a:ext uri="{FF2B5EF4-FFF2-40B4-BE49-F238E27FC236}">
                      <a16:creationId xmlns:a16="http://schemas.microsoft.com/office/drawing/2014/main" id="{029309FE-31C7-B8BF-4AF2-7ED54275E721}"/>
                    </a:ext>
                  </a:extLst>
                </p:cNvPr>
                <p:cNvSpPr/>
                <p:nvPr/>
              </p:nvSpPr>
              <p:spPr>
                <a:xfrm>
                  <a:off x="9533755" y="313408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4" name="Gruppieren 1913">
                <a:extLst>
                  <a:ext uri="{FF2B5EF4-FFF2-40B4-BE49-F238E27FC236}">
                    <a16:creationId xmlns:a16="http://schemas.microsoft.com/office/drawing/2014/main" id="{66982040-158C-985F-A9EE-53ACDC87774F}"/>
                  </a:ext>
                </a:extLst>
              </p:cNvPr>
              <p:cNvGrpSpPr/>
              <p:nvPr/>
            </p:nvGrpSpPr>
            <p:grpSpPr>
              <a:xfrm>
                <a:off x="6773316" y="1283169"/>
                <a:ext cx="393602" cy="181644"/>
                <a:chOff x="9302708" y="3453936"/>
                <a:chExt cx="439691" cy="202913"/>
              </a:xfrm>
            </p:grpSpPr>
            <p:sp>
              <p:nvSpPr>
                <p:cNvPr id="1930" name="Rechteck: abgerundete Ecken 1929">
                  <a:extLst>
                    <a:ext uri="{FF2B5EF4-FFF2-40B4-BE49-F238E27FC236}">
                      <a16:creationId xmlns:a16="http://schemas.microsoft.com/office/drawing/2014/main" id="{DDFD5F71-3D99-CF86-73D2-24EE49D084C4}"/>
                    </a:ext>
                  </a:extLst>
                </p:cNvPr>
                <p:cNvSpPr/>
                <p:nvPr/>
              </p:nvSpPr>
              <p:spPr>
                <a:xfrm>
                  <a:off x="9302708" y="3453936"/>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31" name="Grafik 121" descr="Strommast mit einfarbiger Füllung">
                  <a:extLst>
                    <a:ext uri="{FF2B5EF4-FFF2-40B4-BE49-F238E27FC236}">
                      <a16:creationId xmlns:a16="http://schemas.microsoft.com/office/drawing/2014/main" id="{DB85AC23-94E4-1833-0D48-ECCB67A2DA7F}"/>
                    </a:ext>
                  </a:extLst>
                </p:cNvPr>
                <p:cNvSpPr/>
                <p:nvPr/>
              </p:nvSpPr>
              <p:spPr>
                <a:xfrm>
                  <a:off x="9533755" y="3481528"/>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5" name="Gruppieren 1914">
                <a:extLst>
                  <a:ext uri="{FF2B5EF4-FFF2-40B4-BE49-F238E27FC236}">
                    <a16:creationId xmlns:a16="http://schemas.microsoft.com/office/drawing/2014/main" id="{A0390C79-CED1-60AC-EE5E-75592E5CAB2A}"/>
                  </a:ext>
                </a:extLst>
              </p:cNvPr>
              <p:cNvGrpSpPr/>
              <p:nvPr/>
            </p:nvGrpSpPr>
            <p:grpSpPr>
              <a:xfrm>
                <a:off x="6773316" y="1630611"/>
                <a:ext cx="393602" cy="181644"/>
                <a:chOff x="9302708" y="3801378"/>
                <a:chExt cx="439691" cy="202913"/>
              </a:xfrm>
            </p:grpSpPr>
            <p:sp>
              <p:nvSpPr>
                <p:cNvPr id="1928" name="Rechteck: abgerundete Ecken 1927">
                  <a:extLst>
                    <a:ext uri="{FF2B5EF4-FFF2-40B4-BE49-F238E27FC236}">
                      <a16:creationId xmlns:a16="http://schemas.microsoft.com/office/drawing/2014/main" id="{227E2CCB-E0C6-EC50-8C57-43A95A87AAB9}"/>
                    </a:ext>
                  </a:extLst>
                </p:cNvPr>
                <p:cNvSpPr/>
                <p:nvPr/>
              </p:nvSpPr>
              <p:spPr>
                <a:xfrm>
                  <a:off x="9302708" y="3801378"/>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29" name="Grafik 121" descr="Strommast mit einfarbiger Füllung">
                  <a:extLst>
                    <a:ext uri="{FF2B5EF4-FFF2-40B4-BE49-F238E27FC236}">
                      <a16:creationId xmlns:a16="http://schemas.microsoft.com/office/drawing/2014/main" id="{FB304AAC-D480-3BE3-4C37-E8B50F8C5EE8}"/>
                    </a:ext>
                  </a:extLst>
                </p:cNvPr>
                <p:cNvSpPr/>
                <p:nvPr/>
              </p:nvSpPr>
              <p:spPr>
                <a:xfrm>
                  <a:off x="9533755" y="382897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6" name="Gruppieren 1915">
                <a:extLst>
                  <a:ext uri="{FF2B5EF4-FFF2-40B4-BE49-F238E27FC236}">
                    <a16:creationId xmlns:a16="http://schemas.microsoft.com/office/drawing/2014/main" id="{DDB19BCC-161C-7E3C-5E2B-EB44F42DC4FB}"/>
                  </a:ext>
                </a:extLst>
              </p:cNvPr>
              <p:cNvGrpSpPr/>
              <p:nvPr/>
            </p:nvGrpSpPr>
            <p:grpSpPr>
              <a:xfrm>
                <a:off x="6773316" y="1978053"/>
                <a:ext cx="393602" cy="181644"/>
                <a:chOff x="9302708" y="4148820"/>
                <a:chExt cx="439691" cy="202913"/>
              </a:xfrm>
            </p:grpSpPr>
            <p:sp>
              <p:nvSpPr>
                <p:cNvPr id="1926" name="Rechteck: abgerundete Ecken 1925">
                  <a:extLst>
                    <a:ext uri="{FF2B5EF4-FFF2-40B4-BE49-F238E27FC236}">
                      <a16:creationId xmlns:a16="http://schemas.microsoft.com/office/drawing/2014/main" id="{4C911A7F-7128-6D25-1C3A-36CC43DB7CD8}"/>
                    </a:ext>
                  </a:extLst>
                </p:cNvPr>
                <p:cNvSpPr/>
                <p:nvPr/>
              </p:nvSpPr>
              <p:spPr>
                <a:xfrm>
                  <a:off x="9302708" y="4148820"/>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27" name="Grafik 121" descr="Strommast mit einfarbiger Füllung">
                  <a:extLst>
                    <a:ext uri="{FF2B5EF4-FFF2-40B4-BE49-F238E27FC236}">
                      <a16:creationId xmlns:a16="http://schemas.microsoft.com/office/drawing/2014/main" id="{39440416-F9B8-035C-794A-6C65CA4EA8BE}"/>
                    </a:ext>
                  </a:extLst>
                </p:cNvPr>
                <p:cNvSpPr/>
                <p:nvPr/>
              </p:nvSpPr>
              <p:spPr>
                <a:xfrm>
                  <a:off x="9533755" y="4176412"/>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7" name="Gruppieren 1916">
                <a:extLst>
                  <a:ext uri="{FF2B5EF4-FFF2-40B4-BE49-F238E27FC236}">
                    <a16:creationId xmlns:a16="http://schemas.microsoft.com/office/drawing/2014/main" id="{F9D2A132-09BB-7BA6-CA3F-D38181D6F4C0}"/>
                  </a:ext>
                </a:extLst>
              </p:cNvPr>
              <p:cNvGrpSpPr/>
              <p:nvPr/>
            </p:nvGrpSpPr>
            <p:grpSpPr>
              <a:xfrm>
                <a:off x="6773316" y="2325495"/>
                <a:ext cx="393602" cy="181644"/>
                <a:chOff x="9302708" y="4496262"/>
                <a:chExt cx="439691" cy="202913"/>
              </a:xfrm>
            </p:grpSpPr>
            <p:sp>
              <p:nvSpPr>
                <p:cNvPr id="1924" name="Rechteck: abgerundete Ecken 1923">
                  <a:extLst>
                    <a:ext uri="{FF2B5EF4-FFF2-40B4-BE49-F238E27FC236}">
                      <a16:creationId xmlns:a16="http://schemas.microsoft.com/office/drawing/2014/main" id="{B4F9FD45-BF38-21DD-EED8-7E218DC61602}"/>
                    </a:ext>
                  </a:extLst>
                </p:cNvPr>
                <p:cNvSpPr/>
                <p:nvPr/>
              </p:nvSpPr>
              <p:spPr>
                <a:xfrm>
                  <a:off x="9302708" y="4496262"/>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25" name="Grafik 121" descr="Strommast mit einfarbiger Füllung">
                  <a:extLst>
                    <a:ext uri="{FF2B5EF4-FFF2-40B4-BE49-F238E27FC236}">
                      <a16:creationId xmlns:a16="http://schemas.microsoft.com/office/drawing/2014/main" id="{5B222A25-01E4-BB16-DBE5-DC6572B276C8}"/>
                    </a:ext>
                  </a:extLst>
                </p:cNvPr>
                <p:cNvSpPr/>
                <p:nvPr/>
              </p:nvSpPr>
              <p:spPr>
                <a:xfrm>
                  <a:off x="9533755" y="4523854"/>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8" name="Gruppieren 1917">
                <a:extLst>
                  <a:ext uri="{FF2B5EF4-FFF2-40B4-BE49-F238E27FC236}">
                    <a16:creationId xmlns:a16="http://schemas.microsoft.com/office/drawing/2014/main" id="{5D97CF43-6D72-A53C-EF06-E87A127276E6}"/>
                  </a:ext>
                </a:extLst>
              </p:cNvPr>
              <p:cNvGrpSpPr/>
              <p:nvPr/>
            </p:nvGrpSpPr>
            <p:grpSpPr>
              <a:xfrm>
                <a:off x="6773316" y="2672937"/>
                <a:ext cx="393602" cy="181644"/>
                <a:chOff x="9302708" y="4843704"/>
                <a:chExt cx="439691" cy="202913"/>
              </a:xfrm>
            </p:grpSpPr>
            <p:sp>
              <p:nvSpPr>
                <p:cNvPr id="1922" name="Rechteck: abgerundete Ecken 1921">
                  <a:extLst>
                    <a:ext uri="{FF2B5EF4-FFF2-40B4-BE49-F238E27FC236}">
                      <a16:creationId xmlns:a16="http://schemas.microsoft.com/office/drawing/2014/main" id="{6DA9D8B6-AF32-B4A1-DFBE-6D51A6B54513}"/>
                    </a:ext>
                  </a:extLst>
                </p:cNvPr>
                <p:cNvSpPr/>
                <p:nvPr/>
              </p:nvSpPr>
              <p:spPr>
                <a:xfrm>
                  <a:off x="9302708" y="4843704"/>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23" name="Grafik 121" descr="Strommast mit einfarbiger Füllung">
                  <a:extLst>
                    <a:ext uri="{FF2B5EF4-FFF2-40B4-BE49-F238E27FC236}">
                      <a16:creationId xmlns:a16="http://schemas.microsoft.com/office/drawing/2014/main" id="{9A5E83D1-4BB9-E61C-7447-9E25808CC89D}"/>
                    </a:ext>
                  </a:extLst>
                </p:cNvPr>
                <p:cNvSpPr/>
                <p:nvPr/>
              </p:nvSpPr>
              <p:spPr>
                <a:xfrm>
                  <a:off x="9533755" y="4871296"/>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nvGrpSpPr>
              <p:cNvPr id="1919" name="Gruppieren 1918">
                <a:extLst>
                  <a:ext uri="{FF2B5EF4-FFF2-40B4-BE49-F238E27FC236}">
                    <a16:creationId xmlns:a16="http://schemas.microsoft.com/office/drawing/2014/main" id="{4092E5C6-7333-1AC6-C8BC-AC61E97A7EC2}"/>
                  </a:ext>
                </a:extLst>
              </p:cNvPr>
              <p:cNvGrpSpPr/>
              <p:nvPr/>
            </p:nvGrpSpPr>
            <p:grpSpPr>
              <a:xfrm>
                <a:off x="6773316" y="3020376"/>
                <a:ext cx="393602" cy="181644"/>
                <a:chOff x="9302708" y="5191143"/>
                <a:chExt cx="439691" cy="202913"/>
              </a:xfrm>
            </p:grpSpPr>
            <p:sp>
              <p:nvSpPr>
                <p:cNvPr id="1920" name="Rechteck: abgerundete Ecken 1919">
                  <a:extLst>
                    <a:ext uri="{FF2B5EF4-FFF2-40B4-BE49-F238E27FC236}">
                      <a16:creationId xmlns:a16="http://schemas.microsoft.com/office/drawing/2014/main" id="{BA5E1410-FCEB-7C2F-AFA9-2B9500822FA7}"/>
                    </a:ext>
                  </a:extLst>
                </p:cNvPr>
                <p:cNvSpPr/>
                <p:nvPr/>
              </p:nvSpPr>
              <p:spPr>
                <a:xfrm>
                  <a:off x="9302708" y="5191143"/>
                  <a:ext cx="439691"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21" name="Grafik 121" descr="Strommast mit einfarbiger Füllung">
                  <a:extLst>
                    <a:ext uri="{FF2B5EF4-FFF2-40B4-BE49-F238E27FC236}">
                      <a16:creationId xmlns:a16="http://schemas.microsoft.com/office/drawing/2014/main" id="{47319E5F-EC52-2430-45E6-107B95DB4113}"/>
                    </a:ext>
                  </a:extLst>
                </p:cNvPr>
                <p:cNvSpPr/>
                <p:nvPr/>
              </p:nvSpPr>
              <p:spPr>
                <a:xfrm>
                  <a:off x="9533755" y="5218735"/>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grpSp>
      </p:grpSp>
      <p:pic>
        <p:nvPicPr>
          <p:cNvPr id="46" name="Grafik 45">
            <a:extLst>
              <a:ext uri="{FF2B5EF4-FFF2-40B4-BE49-F238E27FC236}">
                <a16:creationId xmlns:a16="http://schemas.microsoft.com/office/drawing/2014/main" id="{9190F9C4-BC42-46EA-6484-62BB66B47A73}"/>
              </a:ext>
            </a:extLst>
          </p:cNvPr>
          <p:cNvPicPr>
            <a:picLocks noChangeAspect="1"/>
          </p:cNvPicPr>
          <p:nvPr/>
        </p:nvPicPr>
        <p:blipFill>
          <a:blip r:embed="rId18">
            <a:clrChange>
              <a:clrFrom>
                <a:srgbClr val="FF66FF"/>
              </a:clrFrom>
              <a:clrTo>
                <a:srgbClr val="FF66FF">
                  <a:alpha val="0"/>
                </a:srgbClr>
              </a:clrTo>
            </a:clrChange>
          </a:blip>
          <a:stretch>
            <a:fillRect/>
          </a:stretch>
        </p:blipFill>
        <p:spPr>
          <a:xfrm>
            <a:off x="6603448" y="9421640"/>
            <a:ext cx="453055" cy="453055"/>
          </a:xfrm>
          <a:prstGeom prst="rect">
            <a:avLst/>
          </a:prstGeom>
        </p:spPr>
      </p:pic>
      <p:pic>
        <p:nvPicPr>
          <p:cNvPr id="302" name="Picture 301">
            <a:extLst>
              <a:ext uri="{FF2B5EF4-FFF2-40B4-BE49-F238E27FC236}">
                <a16:creationId xmlns:a16="http://schemas.microsoft.com/office/drawing/2014/main" id="{AE8EB0C2-E7C3-8784-9FA2-5BE9B725EC7C}"/>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3673510" y="9489790"/>
            <a:ext cx="613598" cy="613598"/>
          </a:xfrm>
          <a:prstGeom prst="rect">
            <a:avLst/>
          </a:prstGeom>
        </p:spPr>
      </p:pic>
      <p:sp>
        <p:nvSpPr>
          <p:cNvPr id="1970" name="Textfeld 1969">
            <a:extLst>
              <a:ext uri="{FF2B5EF4-FFF2-40B4-BE49-F238E27FC236}">
                <a16:creationId xmlns:a16="http://schemas.microsoft.com/office/drawing/2014/main" id="{C05B8826-FCA5-D973-9369-51EFCC09ABBA}"/>
              </a:ext>
            </a:extLst>
          </p:cNvPr>
          <p:cNvSpPr txBox="1"/>
          <p:nvPr/>
        </p:nvSpPr>
        <p:spPr>
          <a:xfrm>
            <a:off x="3914386" y="9842746"/>
            <a:ext cx="733020" cy="261610"/>
          </a:xfrm>
          <a:prstGeom prst="rect">
            <a:avLst/>
          </a:prstGeom>
          <a:noFill/>
        </p:spPr>
        <p:txBody>
          <a:bodyPr wrap="square">
            <a:spAutoFit/>
          </a:bodyPr>
          <a:lstStyle/>
          <a:p>
            <a:pPr algn="ctr"/>
            <a:r>
              <a:rPr lang="de-DE" sz="1100" dirty="0"/>
              <a:t>Gas</a:t>
            </a:r>
          </a:p>
        </p:txBody>
      </p:sp>
      <p:sp>
        <p:nvSpPr>
          <p:cNvPr id="1971" name="Textfeld 1970">
            <a:extLst>
              <a:ext uri="{FF2B5EF4-FFF2-40B4-BE49-F238E27FC236}">
                <a16:creationId xmlns:a16="http://schemas.microsoft.com/office/drawing/2014/main" id="{7E238751-A65C-9B2C-9914-DC92EFAC441F}"/>
              </a:ext>
            </a:extLst>
          </p:cNvPr>
          <p:cNvSpPr txBox="1"/>
          <p:nvPr/>
        </p:nvSpPr>
        <p:spPr>
          <a:xfrm>
            <a:off x="4478506" y="9841046"/>
            <a:ext cx="964338" cy="261610"/>
          </a:xfrm>
          <a:prstGeom prst="rect">
            <a:avLst/>
          </a:prstGeom>
          <a:noFill/>
        </p:spPr>
        <p:txBody>
          <a:bodyPr wrap="square">
            <a:spAutoFit/>
          </a:bodyPr>
          <a:lstStyle/>
          <a:p>
            <a:pPr algn="ctr"/>
            <a:r>
              <a:rPr lang="de-DE" sz="1100" dirty="0"/>
              <a:t>Biomasse</a:t>
            </a:r>
          </a:p>
        </p:txBody>
      </p:sp>
      <p:sp>
        <p:nvSpPr>
          <p:cNvPr id="1972" name="Textfeld 1971">
            <a:extLst>
              <a:ext uri="{FF2B5EF4-FFF2-40B4-BE49-F238E27FC236}">
                <a16:creationId xmlns:a16="http://schemas.microsoft.com/office/drawing/2014/main" id="{B6FC0914-666A-A727-20DB-00A110D68CDD}"/>
              </a:ext>
            </a:extLst>
          </p:cNvPr>
          <p:cNvSpPr txBox="1"/>
          <p:nvPr/>
        </p:nvSpPr>
        <p:spPr>
          <a:xfrm>
            <a:off x="5209545" y="9840182"/>
            <a:ext cx="964338" cy="261610"/>
          </a:xfrm>
          <a:prstGeom prst="rect">
            <a:avLst/>
          </a:prstGeom>
          <a:noFill/>
        </p:spPr>
        <p:txBody>
          <a:bodyPr wrap="square">
            <a:spAutoFit/>
          </a:bodyPr>
          <a:lstStyle/>
          <a:p>
            <a:pPr algn="ctr"/>
            <a:r>
              <a:rPr lang="de-DE" sz="1100" dirty="0"/>
              <a:t>Fernwärme</a:t>
            </a:r>
          </a:p>
        </p:txBody>
      </p:sp>
      <p:sp>
        <p:nvSpPr>
          <p:cNvPr id="1974" name="Textfeld 1973">
            <a:extLst>
              <a:ext uri="{FF2B5EF4-FFF2-40B4-BE49-F238E27FC236}">
                <a16:creationId xmlns:a16="http://schemas.microsoft.com/office/drawing/2014/main" id="{7DECD3FA-F2CF-2C6C-C97C-8B0991617766}"/>
              </a:ext>
            </a:extLst>
          </p:cNvPr>
          <p:cNvSpPr txBox="1"/>
          <p:nvPr/>
        </p:nvSpPr>
        <p:spPr>
          <a:xfrm rot="16200000">
            <a:off x="2223335" y="2758704"/>
            <a:ext cx="2209767" cy="369332"/>
          </a:xfrm>
          <a:prstGeom prst="rect">
            <a:avLst/>
          </a:prstGeom>
          <a:noFill/>
        </p:spPr>
        <p:txBody>
          <a:bodyPr wrap="square">
            <a:spAutoFit/>
          </a:bodyPr>
          <a:lstStyle/>
          <a:p>
            <a:r>
              <a:rPr lang="de-DE" sz="1800" dirty="0"/>
              <a:t>Runde</a:t>
            </a:r>
            <a:r>
              <a:rPr lang="de-DE" dirty="0"/>
              <a:t>nzähler</a:t>
            </a:r>
            <a:endParaRPr lang="de-DE" sz="1800" dirty="0"/>
          </a:p>
        </p:txBody>
      </p:sp>
      <p:sp>
        <p:nvSpPr>
          <p:cNvPr id="1978" name="Textfeld 1977">
            <a:extLst>
              <a:ext uri="{FF2B5EF4-FFF2-40B4-BE49-F238E27FC236}">
                <a16:creationId xmlns:a16="http://schemas.microsoft.com/office/drawing/2014/main" id="{E46566B4-69A0-BFA4-970A-1F23C0036E74}"/>
              </a:ext>
            </a:extLst>
          </p:cNvPr>
          <p:cNvSpPr txBox="1"/>
          <p:nvPr/>
        </p:nvSpPr>
        <p:spPr>
          <a:xfrm>
            <a:off x="5962905" y="9827194"/>
            <a:ext cx="741227" cy="430887"/>
          </a:xfrm>
          <a:prstGeom prst="rect">
            <a:avLst/>
          </a:prstGeom>
          <a:noFill/>
        </p:spPr>
        <p:txBody>
          <a:bodyPr wrap="square">
            <a:spAutoFit/>
          </a:bodyPr>
          <a:lstStyle/>
          <a:p>
            <a:pPr algn="ctr"/>
            <a:r>
              <a:rPr lang="de-DE" sz="1100" dirty="0"/>
              <a:t>Grünes Gas</a:t>
            </a:r>
          </a:p>
        </p:txBody>
      </p:sp>
      <p:sp>
        <p:nvSpPr>
          <p:cNvPr id="1979" name="Textfeld 1978">
            <a:extLst>
              <a:ext uri="{FF2B5EF4-FFF2-40B4-BE49-F238E27FC236}">
                <a16:creationId xmlns:a16="http://schemas.microsoft.com/office/drawing/2014/main" id="{2BE37F2F-AE80-B526-382F-05F61A0BA76E}"/>
              </a:ext>
            </a:extLst>
          </p:cNvPr>
          <p:cNvSpPr txBox="1"/>
          <p:nvPr/>
        </p:nvSpPr>
        <p:spPr>
          <a:xfrm>
            <a:off x="6478359" y="9826346"/>
            <a:ext cx="741227" cy="430887"/>
          </a:xfrm>
          <a:prstGeom prst="rect">
            <a:avLst/>
          </a:prstGeom>
          <a:noFill/>
        </p:spPr>
        <p:txBody>
          <a:bodyPr wrap="square">
            <a:spAutoFit/>
          </a:bodyPr>
          <a:lstStyle/>
          <a:p>
            <a:pPr algn="ctr"/>
            <a:r>
              <a:rPr lang="de-DE" sz="1100" dirty="0"/>
              <a:t>Wärme-pumpe</a:t>
            </a:r>
          </a:p>
        </p:txBody>
      </p:sp>
      <p:sp>
        <p:nvSpPr>
          <p:cNvPr id="1984" name="Rechteck: abgerundete Ecken 1983">
            <a:extLst>
              <a:ext uri="{FF2B5EF4-FFF2-40B4-BE49-F238E27FC236}">
                <a16:creationId xmlns:a16="http://schemas.microsoft.com/office/drawing/2014/main" id="{BF7EC190-B32F-8853-794B-DF4DDBD051F5}"/>
              </a:ext>
            </a:extLst>
          </p:cNvPr>
          <p:cNvSpPr/>
          <p:nvPr/>
        </p:nvSpPr>
        <p:spPr>
          <a:xfrm>
            <a:off x="3179313"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85" name="Rechteck: abgerundete Ecken 1984">
            <a:extLst>
              <a:ext uri="{FF2B5EF4-FFF2-40B4-BE49-F238E27FC236}">
                <a16:creationId xmlns:a16="http://schemas.microsoft.com/office/drawing/2014/main" id="{78C78F64-689A-999D-AD40-13AD78B60DD0}"/>
              </a:ext>
            </a:extLst>
          </p:cNvPr>
          <p:cNvSpPr/>
          <p:nvPr/>
        </p:nvSpPr>
        <p:spPr>
          <a:xfrm>
            <a:off x="3555244"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86" name="Rechteck: abgerundete Ecken 1985">
            <a:extLst>
              <a:ext uri="{FF2B5EF4-FFF2-40B4-BE49-F238E27FC236}">
                <a16:creationId xmlns:a16="http://schemas.microsoft.com/office/drawing/2014/main" id="{232D14FE-F005-83DE-7578-4BF0F2454EE9}"/>
              </a:ext>
            </a:extLst>
          </p:cNvPr>
          <p:cNvSpPr/>
          <p:nvPr/>
        </p:nvSpPr>
        <p:spPr>
          <a:xfrm>
            <a:off x="3907268"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87" name="Rechteck: abgerundete Ecken 1986">
            <a:extLst>
              <a:ext uri="{FF2B5EF4-FFF2-40B4-BE49-F238E27FC236}">
                <a16:creationId xmlns:a16="http://schemas.microsoft.com/office/drawing/2014/main" id="{6B91E020-C1E3-0728-65A0-BCA4601B9EFF}"/>
              </a:ext>
            </a:extLst>
          </p:cNvPr>
          <p:cNvSpPr/>
          <p:nvPr/>
        </p:nvSpPr>
        <p:spPr>
          <a:xfrm>
            <a:off x="4259292"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88" name="Rechteck: abgerundete Ecken 1987">
            <a:extLst>
              <a:ext uri="{FF2B5EF4-FFF2-40B4-BE49-F238E27FC236}">
                <a16:creationId xmlns:a16="http://schemas.microsoft.com/office/drawing/2014/main" id="{375BD3A2-AF99-C12A-8E7D-596176372639}"/>
              </a:ext>
            </a:extLst>
          </p:cNvPr>
          <p:cNvSpPr/>
          <p:nvPr/>
        </p:nvSpPr>
        <p:spPr>
          <a:xfrm>
            <a:off x="4611316" y="1679169"/>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96" name="Rechteck: abgerundete Ecken 1995">
            <a:extLst>
              <a:ext uri="{FF2B5EF4-FFF2-40B4-BE49-F238E27FC236}">
                <a16:creationId xmlns:a16="http://schemas.microsoft.com/office/drawing/2014/main" id="{FDAB2FF8-9315-D33E-BA4A-BB805E977EBA}"/>
              </a:ext>
            </a:extLst>
          </p:cNvPr>
          <p:cNvSpPr/>
          <p:nvPr/>
        </p:nvSpPr>
        <p:spPr>
          <a:xfrm>
            <a:off x="3745160" y="3007772"/>
            <a:ext cx="241012" cy="241012"/>
          </a:xfrm>
          <a:prstGeom prst="roundRect">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700" dirty="0">
                <a:solidFill>
                  <a:schemeClr val="bg1"/>
                </a:solidFill>
              </a:rPr>
              <a:t>Start</a:t>
            </a:r>
          </a:p>
        </p:txBody>
      </p:sp>
      <p:sp>
        <p:nvSpPr>
          <p:cNvPr id="1997" name="Rechteck: abgerundete Ecken 1996">
            <a:extLst>
              <a:ext uri="{FF2B5EF4-FFF2-40B4-BE49-F238E27FC236}">
                <a16:creationId xmlns:a16="http://schemas.microsoft.com/office/drawing/2014/main" id="{19D2ADFE-2F08-50C2-A7AA-95965AB272C9}"/>
              </a:ext>
            </a:extLst>
          </p:cNvPr>
          <p:cNvSpPr/>
          <p:nvPr/>
        </p:nvSpPr>
        <p:spPr>
          <a:xfrm>
            <a:off x="3745160" y="3275118"/>
            <a:ext cx="241012" cy="24101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1998" name="Rechteck: abgerundete Ecken 1997">
            <a:extLst>
              <a:ext uri="{FF2B5EF4-FFF2-40B4-BE49-F238E27FC236}">
                <a16:creationId xmlns:a16="http://schemas.microsoft.com/office/drawing/2014/main" id="{7CD03714-C935-0C78-7EA3-4DFB70D8D81F}"/>
              </a:ext>
            </a:extLst>
          </p:cNvPr>
          <p:cNvSpPr/>
          <p:nvPr/>
        </p:nvSpPr>
        <p:spPr>
          <a:xfrm>
            <a:off x="3745160" y="3542463"/>
            <a:ext cx="241012" cy="24101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002" name="Rechteck: abgerundete Ecken 2001">
            <a:extLst>
              <a:ext uri="{FF2B5EF4-FFF2-40B4-BE49-F238E27FC236}">
                <a16:creationId xmlns:a16="http://schemas.microsoft.com/office/drawing/2014/main" id="{55775CEF-F15A-3EB0-EF4D-6EAE9FDCCFA6}"/>
              </a:ext>
            </a:extLst>
          </p:cNvPr>
          <p:cNvSpPr/>
          <p:nvPr/>
        </p:nvSpPr>
        <p:spPr>
          <a:xfrm>
            <a:off x="3745160" y="3809842"/>
            <a:ext cx="241012" cy="24101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2024" name="Gruppieren 2023">
            <a:extLst>
              <a:ext uri="{FF2B5EF4-FFF2-40B4-BE49-F238E27FC236}">
                <a16:creationId xmlns:a16="http://schemas.microsoft.com/office/drawing/2014/main" id="{52C8711B-16D5-0AD2-F2F3-C7A2571FD2A5}"/>
              </a:ext>
            </a:extLst>
          </p:cNvPr>
          <p:cNvGrpSpPr/>
          <p:nvPr/>
        </p:nvGrpSpPr>
        <p:grpSpPr>
          <a:xfrm>
            <a:off x="-5415517" y="6969791"/>
            <a:ext cx="517013" cy="3964672"/>
            <a:chOff x="1027238" y="5795266"/>
            <a:chExt cx="517013" cy="3964672"/>
          </a:xfrm>
        </p:grpSpPr>
        <p:sp>
          <p:nvSpPr>
            <p:cNvPr id="2012" name="Ellipse 2011">
              <a:extLst>
                <a:ext uri="{FF2B5EF4-FFF2-40B4-BE49-F238E27FC236}">
                  <a16:creationId xmlns:a16="http://schemas.microsoft.com/office/drawing/2014/main" id="{A865358F-D3CE-4C50-0845-F2950C255992}"/>
                </a:ext>
              </a:extLst>
            </p:cNvPr>
            <p:cNvSpPr/>
            <p:nvPr/>
          </p:nvSpPr>
          <p:spPr>
            <a:xfrm>
              <a:off x="1027238" y="9242925"/>
              <a:ext cx="517013" cy="517013"/>
            </a:xfrm>
            <a:prstGeom prst="ellipse">
              <a:avLst/>
            </a:prstGeom>
            <a:solidFill>
              <a:srgbClr val="C7DDB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2013" name="Picture 6">
              <a:extLst>
                <a:ext uri="{FF2B5EF4-FFF2-40B4-BE49-F238E27FC236}">
                  <a16:creationId xmlns:a16="http://schemas.microsoft.com/office/drawing/2014/main" id="{37508926-C644-B923-F0ED-0F6EC27ECA3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70941" y="9275510"/>
              <a:ext cx="391551" cy="391551"/>
            </a:xfrm>
            <a:prstGeom prst="rect">
              <a:avLst/>
            </a:prstGeom>
          </p:spPr>
        </p:pic>
        <p:sp>
          <p:nvSpPr>
            <p:cNvPr id="2014" name="Rechteck: abgerundete Ecken 2013">
              <a:extLst>
                <a:ext uri="{FF2B5EF4-FFF2-40B4-BE49-F238E27FC236}">
                  <a16:creationId xmlns:a16="http://schemas.microsoft.com/office/drawing/2014/main" id="{340EBDE4-780B-69DC-3897-016498AACD9F}"/>
                </a:ext>
              </a:extLst>
            </p:cNvPr>
            <p:cNvSpPr/>
            <p:nvPr/>
          </p:nvSpPr>
          <p:spPr>
            <a:xfrm rot="5400000">
              <a:off x="1151700" y="5795266"/>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900">
                <a:solidFill>
                  <a:schemeClr val="bg1"/>
                </a:solidFill>
              </a:endParaRPr>
            </a:p>
          </p:txBody>
        </p:sp>
        <p:sp>
          <p:nvSpPr>
            <p:cNvPr id="2015" name="Rechteck: abgerundete Ecken 2014">
              <a:extLst>
                <a:ext uri="{FF2B5EF4-FFF2-40B4-BE49-F238E27FC236}">
                  <a16:creationId xmlns:a16="http://schemas.microsoft.com/office/drawing/2014/main" id="{0CF43BD3-6DA1-024F-7A6D-2F1BD116A7F8}"/>
                </a:ext>
              </a:extLst>
            </p:cNvPr>
            <p:cNvSpPr/>
            <p:nvPr/>
          </p:nvSpPr>
          <p:spPr>
            <a:xfrm rot="5400000">
              <a:off x="1151700" y="614533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16" name="Rechteck: abgerundete Ecken 2015">
              <a:extLst>
                <a:ext uri="{FF2B5EF4-FFF2-40B4-BE49-F238E27FC236}">
                  <a16:creationId xmlns:a16="http://schemas.microsoft.com/office/drawing/2014/main" id="{F201D5CB-25E7-4F1F-B991-4F1F2A6029F4}"/>
                </a:ext>
              </a:extLst>
            </p:cNvPr>
            <p:cNvSpPr/>
            <p:nvPr/>
          </p:nvSpPr>
          <p:spPr>
            <a:xfrm rot="5400000">
              <a:off x="1151700" y="649539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17" name="Rechteck: abgerundete Ecken 2016">
              <a:extLst>
                <a:ext uri="{FF2B5EF4-FFF2-40B4-BE49-F238E27FC236}">
                  <a16:creationId xmlns:a16="http://schemas.microsoft.com/office/drawing/2014/main" id="{CB7596F1-D5D0-EE95-3051-AA35B3EB40F2}"/>
                </a:ext>
              </a:extLst>
            </p:cNvPr>
            <p:cNvSpPr/>
            <p:nvPr/>
          </p:nvSpPr>
          <p:spPr>
            <a:xfrm>
              <a:off x="1151700" y="7545591"/>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a:solidFill>
                    <a:sysClr val="windowText" lastClr="000000"/>
                  </a:solidFill>
                </a:rPr>
                <a:t>Start</a:t>
              </a:r>
            </a:p>
          </p:txBody>
        </p:sp>
        <p:sp>
          <p:nvSpPr>
            <p:cNvPr id="2018" name="Rechteck: abgerundete Ecken 2017">
              <a:extLst>
                <a:ext uri="{FF2B5EF4-FFF2-40B4-BE49-F238E27FC236}">
                  <a16:creationId xmlns:a16="http://schemas.microsoft.com/office/drawing/2014/main" id="{D806DD5B-08EB-4A57-C6CB-8D3D0C454216}"/>
                </a:ext>
              </a:extLst>
            </p:cNvPr>
            <p:cNvSpPr/>
            <p:nvPr/>
          </p:nvSpPr>
          <p:spPr>
            <a:xfrm rot="5400000">
              <a:off x="1151700" y="684546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19" name="Rechteck: abgerundete Ecken 2018">
              <a:extLst>
                <a:ext uri="{FF2B5EF4-FFF2-40B4-BE49-F238E27FC236}">
                  <a16:creationId xmlns:a16="http://schemas.microsoft.com/office/drawing/2014/main" id="{24C6CD87-CA3F-E8C7-FBCE-38EF9470D24B}"/>
                </a:ext>
              </a:extLst>
            </p:cNvPr>
            <p:cNvSpPr/>
            <p:nvPr/>
          </p:nvSpPr>
          <p:spPr>
            <a:xfrm rot="5400000">
              <a:off x="1151700" y="719552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20" name="Rechteck: abgerundete Ecken 2019">
              <a:extLst>
                <a:ext uri="{FF2B5EF4-FFF2-40B4-BE49-F238E27FC236}">
                  <a16:creationId xmlns:a16="http://schemas.microsoft.com/office/drawing/2014/main" id="{6681600C-0757-36E5-DCF7-AA85A5A6474D}"/>
                </a:ext>
              </a:extLst>
            </p:cNvPr>
            <p:cNvSpPr/>
            <p:nvPr/>
          </p:nvSpPr>
          <p:spPr>
            <a:xfrm rot="5400000">
              <a:off x="1151700" y="789565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21" name="Rechteck: abgerundete Ecken 2020">
              <a:extLst>
                <a:ext uri="{FF2B5EF4-FFF2-40B4-BE49-F238E27FC236}">
                  <a16:creationId xmlns:a16="http://schemas.microsoft.com/office/drawing/2014/main" id="{A456DA96-DCA0-E774-77FE-30D2E9B1CEE4}"/>
                </a:ext>
              </a:extLst>
            </p:cNvPr>
            <p:cNvSpPr/>
            <p:nvPr/>
          </p:nvSpPr>
          <p:spPr>
            <a:xfrm rot="5400000">
              <a:off x="1151700" y="8245721"/>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22" name="Rechteck: abgerundete Ecken 2021">
              <a:extLst>
                <a:ext uri="{FF2B5EF4-FFF2-40B4-BE49-F238E27FC236}">
                  <a16:creationId xmlns:a16="http://schemas.microsoft.com/office/drawing/2014/main" id="{A5F438E2-8F74-7C1B-51BD-BAB158AC92EE}"/>
                </a:ext>
              </a:extLst>
            </p:cNvPr>
            <p:cNvSpPr/>
            <p:nvPr/>
          </p:nvSpPr>
          <p:spPr>
            <a:xfrm rot="5400000">
              <a:off x="1151700" y="8595786"/>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23" name="Rechteck: abgerundete Ecken 2022">
              <a:extLst>
                <a:ext uri="{FF2B5EF4-FFF2-40B4-BE49-F238E27FC236}">
                  <a16:creationId xmlns:a16="http://schemas.microsoft.com/office/drawing/2014/main" id="{A1918FC1-E6AD-3D2E-C43D-4737C767180B}"/>
                </a:ext>
              </a:extLst>
            </p:cNvPr>
            <p:cNvSpPr/>
            <p:nvPr/>
          </p:nvSpPr>
          <p:spPr>
            <a:xfrm rot="5400000">
              <a:off x="1151700" y="8945850"/>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grpSp>
      <p:sp>
        <p:nvSpPr>
          <p:cNvPr id="2025" name="Ellipse 2024">
            <a:extLst>
              <a:ext uri="{FF2B5EF4-FFF2-40B4-BE49-F238E27FC236}">
                <a16:creationId xmlns:a16="http://schemas.microsoft.com/office/drawing/2014/main" id="{B0AE95C1-222F-FF4C-7A9D-3AC605AFA853}"/>
              </a:ext>
            </a:extLst>
          </p:cNvPr>
          <p:cNvSpPr/>
          <p:nvPr/>
        </p:nvSpPr>
        <p:spPr>
          <a:xfrm>
            <a:off x="1007682" y="9360847"/>
            <a:ext cx="637664" cy="637664"/>
          </a:xfrm>
          <a:prstGeom prst="ellipse">
            <a:avLst/>
          </a:prstGeom>
          <a:solidFill>
            <a:srgbClr val="C7DDBA"/>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2026" name="Picture 6">
            <a:extLst>
              <a:ext uri="{FF2B5EF4-FFF2-40B4-BE49-F238E27FC236}">
                <a16:creationId xmlns:a16="http://schemas.microsoft.com/office/drawing/2014/main" id="{7CB27F91-AF17-6BC6-4927-E30434CE821F}"/>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66024" y="9408071"/>
            <a:ext cx="482924" cy="482924"/>
          </a:xfrm>
          <a:prstGeom prst="rect">
            <a:avLst/>
          </a:prstGeom>
        </p:spPr>
      </p:pic>
      <p:sp>
        <p:nvSpPr>
          <p:cNvPr id="2027" name="Rechteck: abgerundete Ecken 2026">
            <a:extLst>
              <a:ext uri="{FF2B5EF4-FFF2-40B4-BE49-F238E27FC236}">
                <a16:creationId xmlns:a16="http://schemas.microsoft.com/office/drawing/2014/main" id="{08CF0CE2-48A7-3034-9463-55346EB4C31C}"/>
              </a:ext>
            </a:extLst>
          </p:cNvPr>
          <p:cNvSpPr/>
          <p:nvPr/>
        </p:nvSpPr>
        <p:spPr>
          <a:xfrm rot="5400000">
            <a:off x="1173219" y="5896513"/>
            <a:ext cx="286369" cy="286369"/>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900">
              <a:solidFill>
                <a:schemeClr val="bg1"/>
              </a:solidFill>
            </a:endParaRPr>
          </a:p>
        </p:txBody>
      </p:sp>
      <p:sp>
        <p:nvSpPr>
          <p:cNvPr id="2028" name="Rechteck: abgerundete Ecken 2027">
            <a:extLst>
              <a:ext uri="{FF2B5EF4-FFF2-40B4-BE49-F238E27FC236}">
                <a16:creationId xmlns:a16="http://schemas.microsoft.com/office/drawing/2014/main" id="{C3640418-874E-41C1-4F58-6E58E6254963}"/>
              </a:ext>
            </a:extLst>
          </p:cNvPr>
          <p:cNvSpPr/>
          <p:nvPr/>
        </p:nvSpPr>
        <p:spPr>
          <a:xfrm rot="5400000">
            <a:off x="1173219" y="624657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29" name="Rechteck: abgerundete Ecken 2028">
            <a:extLst>
              <a:ext uri="{FF2B5EF4-FFF2-40B4-BE49-F238E27FC236}">
                <a16:creationId xmlns:a16="http://schemas.microsoft.com/office/drawing/2014/main" id="{DEC83117-B88E-FA49-610A-E74B0AEA6343}"/>
              </a:ext>
            </a:extLst>
          </p:cNvPr>
          <p:cNvSpPr/>
          <p:nvPr/>
        </p:nvSpPr>
        <p:spPr>
          <a:xfrm rot="5400000">
            <a:off x="1173219" y="659664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30" name="Rechteck: abgerundete Ecken 2029">
            <a:extLst>
              <a:ext uri="{FF2B5EF4-FFF2-40B4-BE49-F238E27FC236}">
                <a16:creationId xmlns:a16="http://schemas.microsoft.com/office/drawing/2014/main" id="{FF2E976D-ACF3-C1DD-55BA-192BD0E44082}"/>
              </a:ext>
            </a:extLst>
          </p:cNvPr>
          <p:cNvSpPr/>
          <p:nvPr/>
        </p:nvSpPr>
        <p:spPr>
          <a:xfrm>
            <a:off x="1173219" y="7646838"/>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900">
                <a:solidFill>
                  <a:sysClr val="windowText" lastClr="000000"/>
                </a:solidFill>
              </a:rPr>
              <a:t>Start</a:t>
            </a:r>
          </a:p>
        </p:txBody>
      </p:sp>
      <p:sp>
        <p:nvSpPr>
          <p:cNvPr id="2031" name="Rechteck: abgerundete Ecken 2030">
            <a:extLst>
              <a:ext uri="{FF2B5EF4-FFF2-40B4-BE49-F238E27FC236}">
                <a16:creationId xmlns:a16="http://schemas.microsoft.com/office/drawing/2014/main" id="{949EE9A6-A0FD-B834-CD5A-68F2D4C97CCB}"/>
              </a:ext>
            </a:extLst>
          </p:cNvPr>
          <p:cNvSpPr/>
          <p:nvPr/>
        </p:nvSpPr>
        <p:spPr>
          <a:xfrm rot="5400000">
            <a:off x="1173219" y="694670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32" name="Rechteck: abgerundete Ecken 2031">
            <a:extLst>
              <a:ext uri="{FF2B5EF4-FFF2-40B4-BE49-F238E27FC236}">
                <a16:creationId xmlns:a16="http://schemas.microsoft.com/office/drawing/2014/main" id="{D21D4CA8-31C8-3038-2C00-9F3AC12A652E}"/>
              </a:ext>
            </a:extLst>
          </p:cNvPr>
          <p:cNvSpPr/>
          <p:nvPr/>
        </p:nvSpPr>
        <p:spPr>
          <a:xfrm rot="5400000">
            <a:off x="1173219" y="729677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33" name="Rechteck: abgerundete Ecken 2032">
            <a:extLst>
              <a:ext uri="{FF2B5EF4-FFF2-40B4-BE49-F238E27FC236}">
                <a16:creationId xmlns:a16="http://schemas.microsoft.com/office/drawing/2014/main" id="{6673B9FC-28AA-CEF5-DFE8-BA32C31E90A1}"/>
              </a:ext>
            </a:extLst>
          </p:cNvPr>
          <p:cNvSpPr/>
          <p:nvPr/>
        </p:nvSpPr>
        <p:spPr>
          <a:xfrm rot="5400000">
            <a:off x="1173219" y="799690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34" name="Rechteck: abgerundete Ecken 2033">
            <a:extLst>
              <a:ext uri="{FF2B5EF4-FFF2-40B4-BE49-F238E27FC236}">
                <a16:creationId xmlns:a16="http://schemas.microsoft.com/office/drawing/2014/main" id="{A814E7F7-69E5-232D-02D6-E43E5AB05C21}"/>
              </a:ext>
            </a:extLst>
          </p:cNvPr>
          <p:cNvSpPr/>
          <p:nvPr/>
        </p:nvSpPr>
        <p:spPr>
          <a:xfrm rot="5400000">
            <a:off x="1173219" y="8346968"/>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47" name="Rechteck: abgerundete Ecken 97">
            <a:extLst>
              <a:ext uri="{FF2B5EF4-FFF2-40B4-BE49-F238E27FC236}">
                <a16:creationId xmlns:a16="http://schemas.microsoft.com/office/drawing/2014/main" id="{9C9DFCE7-7447-424C-BFC7-52656CCD8619}"/>
              </a:ext>
            </a:extLst>
          </p:cNvPr>
          <p:cNvSpPr/>
          <p:nvPr/>
        </p:nvSpPr>
        <p:spPr>
          <a:xfrm>
            <a:off x="2453105" y="6968246"/>
            <a:ext cx="439691" cy="202913"/>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50" name="Picture 56">
            <a:extLst>
              <a:ext uri="{FF2B5EF4-FFF2-40B4-BE49-F238E27FC236}">
                <a16:creationId xmlns:a16="http://schemas.microsoft.com/office/drawing/2014/main" id="{448863F3-1DCE-1711-D3F9-24AF9C35C328}"/>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703845" y="6994922"/>
            <a:ext cx="155521" cy="172385"/>
          </a:xfrm>
          <a:prstGeom prst="rect">
            <a:avLst/>
          </a:prstGeom>
        </p:spPr>
      </p:pic>
      <p:sp>
        <p:nvSpPr>
          <p:cNvPr id="2035" name="Rechteck: abgerundete Ecken 2034">
            <a:extLst>
              <a:ext uri="{FF2B5EF4-FFF2-40B4-BE49-F238E27FC236}">
                <a16:creationId xmlns:a16="http://schemas.microsoft.com/office/drawing/2014/main" id="{D38E055D-65EC-A6A4-85F8-E1E17B56BEFE}"/>
              </a:ext>
            </a:extLst>
          </p:cNvPr>
          <p:cNvSpPr/>
          <p:nvPr/>
        </p:nvSpPr>
        <p:spPr>
          <a:xfrm rot="5400000">
            <a:off x="1173219" y="8697033"/>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sp>
        <p:nvSpPr>
          <p:cNvPr id="2036" name="Rechteck: abgerundete Ecken 2035">
            <a:extLst>
              <a:ext uri="{FF2B5EF4-FFF2-40B4-BE49-F238E27FC236}">
                <a16:creationId xmlns:a16="http://schemas.microsoft.com/office/drawing/2014/main" id="{1B1A7DAC-957A-1933-D02B-61FE97EBECA7}"/>
              </a:ext>
            </a:extLst>
          </p:cNvPr>
          <p:cNvSpPr/>
          <p:nvPr/>
        </p:nvSpPr>
        <p:spPr>
          <a:xfrm rot="5400000">
            <a:off x="1173219" y="9047097"/>
            <a:ext cx="286369" cy="286369"/>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9" name="Picture 37">
            <a:extLst>
              <a:ext uri="{FF2B5EF4-FFF2-40B4-BE49-F238E27FC236}">
                <a16:creationId xmlns:a16="http://schemas.microsoft.com/office/drawing/2014/main" id="{AC164CC3-0D5A-6C21-ED1B-3612CCADFDC2}"/>
              </a:ext>
            </a:extLst>
          </p:cNvPr>
          <p:cNvPicPr>
            <a:picLocks noChangeAspect="1"/>
          </p:cNvPicPr>
          <p:nvPr/>
        </p:nvPicPr>
        <p:blipFill>
          <a:blip r:embed="rId20">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107563" y="5270210"/>
            <a:ext cx="617012" cy="641594"/>
          </a:xfrm>
          <a:prstGeom prst="rect">
            <a:avLst/>
          </a:prstGeom>
        </p:spPr>
      </p:pic>
      <p:pic>
        <p:nvPicPr>
          <p:cNvPr id="20" name="Picture 37">
            <a:extLst>
              <a:ext uri="{FF2B5EF4-FFF2-40B4-BE49-F238E27FC236}">
                <a16:creationId xmlns:a16="http://schemas.microsoft.com/office/drawing/2014/main" id="{C3FAFED8-884D-1DC1-E9C4-4B6C4A452B3E}"/>
              </a:ext>
            </a:extLst>
          </p:cNvPr>
          <p:cNvPicPr>
            <a:picLocks noChangeAspect="1"/>
          </p:cNvPicPr>
          <p:nvPr/>
        </p:nvPicPr>
        <p:blipFill>
          <a:blip r:embed="rId20">
            <a:clrChange>
              <a:clrFrom>
                <a:srgbClr val="FF66FF"/>
              </a:clrFrom>
              <a:clrTo>
                <a:srgbClr val="FF66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2681029" y="9142467"/>
            <a:ext cx="617012" cy="641594"/>
          </a:xfrm>
          <a:prstGeom prst="rect">
            <a:avLst/>
          </a:prstGeom>
        </p:spPr>
      </p:pic>
      <p:pic>
        <p:nvPicPr>
          <p:cNvPr id="307" name="Picture 58">
            <a:extLst>
              <a:ext uri="{FF2B5EF4-FFF2-40B4-BE49-F238E27FC236}">
                <a16:creationId xmlns:a16="http://schemas.microsoft.com/office/drawing/2014/main" id="{71B5238E-4840-E246-2694-6DA6A1F10E62}"/>
              </a:ext>
            </a:extLst>
          </p:cNvPr>
          <p:cNvPicPr>
            <a:picLocks noChangeAspect="1"/>
          </p:cNvPicPr>
          <p:nvPr/>
        </p:nvPicPr>
        <p:blipFill>
          <a:blip r:embed="rId2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651174" y="9489790"/>
            <a:ext cx="613598" cy="613598"/>
          </a:xfrm>
          <a:prstGeom prst="rect">
            <a:avLst/>
          </a:prstGeom>
        </p:spPr>
      </p:pic>
      <p:pic>
        <p:nvPicPr>
          <p:cNvPr id="308" name="Picture 60">
            <a:extLst>
              <a:ext uri="{FF2B5EF4-FFF2-40B4-BE49-F238E27FC236}">
                <a16:creationId xmlns:a16="http://schemas.microsoft.com/office/drawing/2014/main" id="{4740237F-1ED9-24A7-94F1-09D78895EA74}"/>
              </a:ext>
            </a:extLst>
          </p:cNvPr>
          <p:cNvPicPr>
            <a:picLocks noChangeAspect="1"/>
          </p:cNvPicPr>
          <p:nvPr/>
        </p:nvPicPr>
        <p:blipFill>
          <a:blip r:embed="rId22">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651174" y="5270210"/>
            <a:ext cx="613598" cy="613598"/>
          </a:xfrm>
          <a:prstGeom prst="rect">
            <a:avLst/>
          </a:prstGeom>
        </p:spPr>
      </p:pic>
      <p:sp>
        <p:nvSpPr>
          <p:cNvPr id="2038" name="Textfeld 2037">
            <a:extLst>
              <a:ext uri="{FF2B5EF4-FFF2-40B4-BE49-F238E27FC236}">
                <a16:creationId xmlns:a16="http://schemas.microsoft.com/office/drawing/2014/main" id="{AE78A278-2F74-2CF8-37AA-A89312E235F4}"/>
              </a:ext>
            </a:extLst>
          </p:cNvPr>
          <p:cNvSpPr txBox="1"/>
          <p:nvPr/>
        </p:nvSpPr>
        <p:spPr>
          <a:xfrm>
            <a:off x="776095" y="4639670"/>
            <a:ext cx="3450432" cy="523220"/>
          </a:xfrm>
          <a:prstGeom prst="rect">
            <a:avLst/>
          </a:prstGeom>
          <a:noFill/>
        </p:spPr>
        <p:txBody>
          <a:bodyPr wrap="none" rtlCol="0">
            <a:spAutoFit/>
          </a:bodyPr>
          <a:lstStyle/>
          <a:p>
            <a:r>
              <a:rPr lang="de-DE" sz="2800" dirty="0"/>
              <a:t>Sanierungsfortschritt</a:t>
            </a:r>
          </a:p>
        </p:txBody>
      </p:sp>
      <p:grpSp>
        <p:nvGrpSpPr>
          <p:cNvPr id="2043" name="Gruppieren 2042">
            <a:extLst>
              <a:ext uri="{FF2B5EF4-FFF2-40B4-BE49-F238E27FC236}">
                <a16:creationId xmlns:a16="http://schemas.microsoft.com/office/drawing/2014/main" id="{7455C9CE-733D-E62C-368D-DBDD9007CAEE}"/>
              </a:ext>
            </a:extLst>
          </p:cNvPr>
          <p:cNvGrpSpPr/>
          <p:nvPr/>
        </p:nvGrpSpPr>
        <p:grpSpPr>
          <a:xfrm>
            <a:off x="3801901" y="2346436"/>
            <a:ext cx="1661418" cy="476368"/>
            <a:chOff x="9034704" y="2064168"/>
            <a:chExt cx="707695" cy="202913"/>
          </a:xfrm>
        </p:grpSpPr>
        <p:sp>
          <p:nvSpPr>
            <p:cNvPr id="2044" name="Rechteck: abgerundete Ecken 2043">
              <a:extLst>
                <a:ext uri="{FF2B5EF4-FFF2-40B4-BE49-F238E27FC236}">
                  <a16:creationId xmlns:a16="http://schemas.microsoft.com/office/drawing/2014/main" id="{72A19064-FA6C-6D0C-224C-E2A451BB9F24}"/>
                </a:ext>
              </a:extLst>
            </p:cNvPr>
            <p:cNvSpPr/>
            <p:nvPr/>
          </p:nvSpPr>
          <p:spPr>
            <a:xfrm>
              <a:off x="9034704" y="2064168"/>
              <a:ext cx="707695" cy="202913"/>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045" name="Grafik 121" descr="Strommast mit einfarbiger Füllung">
              <a:extLst>
                <a:ext uri="{FF2B5EF4-FFF2-40B4-BE49-F238E27FC236}">
                  <a16:creationId xmlns:a16="http://schemas.microsoft.com/office/drawing/2014/main" id="{549E7C05-C5CC-B54A-05F6-3111C42FB46C}"/>
                </a:ext>
              </a:extLst>
            </p:cNvPr>
            <p:cNvSpPr/>
            <p:nvPr/>
          </p:nvSpPr>
          <p:spPr>
            <a:xfrm>
              <a:off x="9533755" y="2091760"/>
              <a:ext cx="120463" cy="167764"/>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pSp>
      <p:sp>
        <p:nvSpPr>
          <p:cNvPr id="1771" name="Textfeld 1770">
            <a:extLst>
              <a:ext uri="{FF2B5EF4-FFF2-40B4-BE49-F238E27FC236}">
                <a16:creationId xmlns:a16="http://schemas.microsoft.com/office/drawing/2014/main" id="{5095D91C-824E-786C-95F6-86114650D341}"/>
              </a:ext>
            </a:extLst>
          </p:cNvPr>
          <p:cNvSpPr txBox="1"/>
          <p:nvPr/>
        </p:nvSpPr>
        <p:spPr>
          <a:xfrm>
            <a:off x="3898314" y="2461126"/>
            <a:ext cx="1101588" cy="307777"/>
          </a:xfrm>
          <a:prstGeom prst="rect">
            <a:avLst/>
          </a:prstGeom>
          <a:noFill/>
        </p:spPr>
        <p:txBody>
          <a:bodyPr wrap="square" rtlCol="0">
            <a:spAutoFit/>
          </a:bodyPr>
          <a:lstStyle/>
          <a:p>
            <a:pPr algn="ctr"/>
            <a:r>
              <a:rPr lang="de-DE" sz="1400" b="1" dirty="0"/>
              <a:t>Netzbezug</a:t>
            </a:r>
          </a:p>
        </p:txBody>
      </p:sp>
      <p:sp>
        <p:nvSpPr>
          <p:cNvPr id="2047" name="Textfeld 2046">
            <a:extLst>
              <a:ext uri="{FF2B5EF4-FFF2-40B4-BE49-F238E27FC236}">
                <a16:creationId xmlns:a16="http://schemas.microsoft.com/office/drawing/2014/main" id="{8D4CDB28-BE49-056A-AE61-CA6C32E0BBC8}"/>
              </a:ext>
            </a:extLst>
          </p:cNvPr>
          <p:cNvSpPr txBox="1"/>
          <p:nvPr/>
        </p:nvSpPr>
        <p:spPr>
          <a:xfrm>
            <a:off x="5600460" y="1080730"/>
            <a:ext cx="3413922" cy="553998"/>
          </a:xfrm>
          <a:prstGeom prst="rect">
            <a:avLst/>
          </a:prstGeom>
          <a:noFill/>
        </p:spPr>
        <p:txBody>
          <a:bodyPr wrap="square">
            <a:spAutoFit/>
          </a:bodyPr>
          <a:lstStyle/>
          <a:p>
            <a:r>
              <a:rPr lang="de-DE" sz="1800" b="1" dirty="0"/>
              <a:t>Eingesparte Emissionen</a:t>
            </a:r>
          </a:p>
          <a:p>
            <a:r>
              <a:rPr lang="de-DE" sz="1100" dirty="0"/>
              <a:t>Sieg-Punkte-Tracker</a:t>
            </a:r>
            <a:endParaRPr lang="de-DE" dirty="0">
              <a:solidFill>
                <a:sysClr val="windowText" lastClr="000000"/>
              </a:solidFill>
            </a:endParaRPr>
          </a:p>
        </p:txBody>
      </p:sp>
      <p:sp>
        <p:nvSpPr>
          <p:cNvPr id="2050" name="Rechteck: abgerundete Ecken 2049">
            <a:extLst>
              <a:ext uri="{FF2B5EF4-FFF2-40B4-BE49-F238E27FC236}">
                <a16:creationId xmlns:a16="http://schemas.microsoft.com/office/drawing/2014/main" id="{B2B91DEF-EB7C-F0D9-66B7-D89087EEAB4D}"/>
              </a:ext>
            </a:extLst>
          </p:cNvPr>
          <p:cNvSpPr/>
          <p:nvPr/>
        </p:nvSpPr>
        <p:spPr>
          <a:xfrm>
            <a:off x="4703525" y="1133896"/>
            <a:ext cx="928272" cy="432672"/>
          </a:xfrm>
          <a:prstGeom prst="roundRect">
            <a:avLst>
              <a:gd name="adj" fmla="val 50000"/>
            </a:avLst>
          </a:prstGeom>
          <a:solidFill>
            <a:srgbClr val="C1C3DF"/>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2400" dirty="0">
                <a:solidFill>
                  <a:schemeClr val="tx1"/>
                </a:solidFill>
              </a:rPr>
              <a:t> ±</a:t>
            </a:r>
          </a:p>
        </p:txBody>
      </p:sp>
      <p:pic>
        <p:nvPicPr>
          <p:cNvPr id="1247" name="Picture 56">
            <a:extLst>
              <a:ext uri="{FF2B5EF4-FFF2-40B4-BE49-F238E27FC236}">
                <a16:creationId xmlns:a16="http://schemas.microsoft.com/office/drawing/2014/main" id="{46EF9652-0A91-CEE2-C8FA-BB229B0012AF}"/>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123634" y="1170891"/>
            <a:ext cx="385470" cy="385470"/>
          </a:xfrm>
          <a:prstGeom prst="rect">
            <a:avLst/>
          </a:prstGeom>
        </p:spPr>
      </p:pic>
      <p:sp>
        <p:nvSpPr>
          <p:cNvPr id="2052" name="Textfeld 2051">
            <a:extLst>
              <a:ext uri="{FF2B5EF4-FFF2-40B4-BE49-F238E27FC236}">
                <a16:creationId xmlns:a16="http://schemas.microsoft.com/office/drawing/2014/main" id="{FC310896-06D7-991F-A147-95AF141F002F}"/>
              </a:ext>
            </a:extLst>
          </p:cNvPr>
          <p:cNvSpPr txBox="1"/>
          <p:nvPr/>
        </p:nvSpPr>
        <p:spPr>
          <a:xfrm>
            <a:off x="975257" y="1420474"/>
            <a:ext cx="2087509" cy="2708434"/>
          </a:xfrm>
          <a:prstGeom prst="rect">
            <a:avLst/>
          </a:prstGeom>
          <a:noFill/>
        </p:spPr>
        <p:txBody>
          <a:bodyPr wrap="square">
            <a:spAutoFit/>
          </a:bodyPr>
          <a:lstStyle/>
          <a:p>
            <a:r>
              <a:rPr lang="de-DE" sz="1000" dirty="0"/>
              <a:t>Die Runde endet, wenn du keine Maßnahmen wer spielen willst oder kannst. </a:t>
            </a:r>
            <a:r>
              <a:rPr lang="de-DE" sz="1000" noProof="0" dirty="0"/>
              <a:t>Dann wird ermittelt, </a:t>
            </a:r>
            <a:r>
              <a:rPr lang="de-DE" sz="1000" dirty="0"/>
              <a:t>welche Auswirkungen die Maßnahmen in den Bereichen Netzbezug, Budget und Emissionseinsparungen (Siegpunkte) haben: Geht in eurem Spielerbogen den Sanierungsfortschritt von links nach rechts durch. Schaut auf die Budget-, Strombezug-, oder CO₂-Wertung die neben euren Markern zu finden ist und tragt diesen Wert auf der entsprechenden Leisten im Wertungsbereich ab.</a:t>
            </a:r>
          </a:p>
          <a:p>
            <a:endParaRPr lang="de-DE" sz="1000" dirty="0"/>
          </a:p>
        </p:txBody>
      </p:sp>
      <p:grpSp>
        <p:nvGrpSpPr>
          <p:cNvPr id="2112" name="Gruppieren 2111">
            <a:extLst>
              <a:ext uri="{FF2B5EF4-FFF2-40B4-BE49-F238E27FC236}">
                <a16:creationId xmlns:a16="http://schemas.microsoft.com/office/drawing/2014/main" id="{D4A947FC-CC69-CB53-DD26-A03FF237AFAB}"/>
              </a:ext>
            </a:extLst>
          </p:cNvPr>
          <p:cNvGrpSpPr/>
          <p:nvPr/>
        </p:nvGrpSpPr>
        <p:grpSpPr>
          <a:xfrm>
            <a:off x="12660258" y="-738603"/>
            <a:ext cx="3690386" cy="217182"/>
            <a:chOff x="8526830" y="3074724"/>
            <a:chExt cx="3690386" cy="217182"/>
          </a:xfrm>
        </p:grpSpPr>
        <p:sp>
          <p:nvSpPr>
            <p:cNvPr id="2114" name="Rechteck: abgerundete Ecken 2113">
              <a:extLst>
                <a:ext uri="{FF2B5EF4-FFF2-40B4-BE49-F238E27FC236}">
                  <a16:creationId xmlns:a16="http://schemas.microsoft.com/office/drawing/2014/main" id="{280AF0E2-6DB0-71C1-E3A4-D818CE03F548}"/>
                </a:ext>
              </a:extLst>
            </p:cNvPr>
            <p:cNvSpPr/>
            <p:nvPr/>
          </p:nvSpPr>
          <p:spPr>
            <a:xfrm flipV="1">
              <a:off x="852683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15" name="Rechteck: abgerundete Ecken 2114">
              <a:extLst>
                <a:ext uri="{FF2B5EF4-FFF2-40B4-BE49-F238E27FC236}">
                  <a16:creationId xmlns:a16="http://schemas.microsoft.com/office/drawing/2014/main" id="{C8EA2124-9A93-3727-3F0F-E590FD7C0E5B}"/>
                </a:ext>
              </a:extLst>
            </p:cNvPr>
            <p:cNvSpPr/>
            <p:nvPr/>
          </p:nvSpPr>
          <p:spPr>
            <a:xfrm flipV="1">
              <a:off x="877491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16" name="Rechteck: abgerundete Ecken 2115">
              <a:extLst>
                <a:ext uri="{FF2B5EF4-FFF2-40B4-BE49-F238E27FC236}">
                  <a16:creationId xmlns:a16="http://schemas.microsoft.com/office/drawing/2014/main" id="{97B27272-6FDE-9EE0-6323-31AFE494262E}"/>
                </a:ext>
              </a:extLst>
            </p:cNvPr>
            <p:cNvSpPr/>
            <p:nvPr/>
          </p:nvSpPr>
          <p:spPr>
            <a:xfrm flipV="1">
              <a:off x="902300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17" name="Rechteck: abgerundete Ecken 2116">
              <a:extLst>
                <a:ext uri="{FF2B5EF4-FFF2-40B4-BE49-F238E27FC236}">
                  <a16:creationId xmlns:a16="http://schemas.microsoft.com/office/drawing/2014/main" id="{474E68EF-857A-5851-01EA-A0ACF94FB8B7}"/>
                </a:ext>
              </a:extLst>
            </p:cNvPr>
            <p:cNvSpPr/>
            <p:nvPr/>
          </p:nvSpPr>
          <p:spPr>
            <a:xfrm flipV="1">
              <a:off x="9271088"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18" name="Rechteck: abgerundete Ecken 2117">
              <a:extLst>
                <a:ext uri="{FF2B5EF4-FFF2-40B4-BE49-F238E27FC236}">
                  <a16:creationId xmlns:a16="http://schemas.microsoft.com/office/drawing/2014/main" id="{D4ECDC88-86EA-5595-31EF-CBEC2F8505B6}"/>
                </a:ext>
              </a:extLst>
            </p:cNvPr>
            <p:cNvSpPr/>
            <p:nvPr/>
          </p:nvSpPr>
          <p:spPr>
            <a:xfrm flipV="1">
              <a:off x="951917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19" name="Rechteck: abgerundete Ecken 2118">
              <a:extLst>
                <a:ext uri="{FF2B5EF4-FFF2-40B4-BE49-F238E27FC236}">
                  <a16:creationId xmlns:a16="http://schemas.microsoft.com/office/drawing/2014/main" id="{208E1E79-ECC4-08C6-8DFA-D7172BEC5F1F}"/>
                </a:ext>
              </a:extLst>
            </p:cNvPr>
            <p:cNvSpPr/>
            <p:nvPr/>
          </p:nvSpPr>
          <p:spPr>
            <a:xfrm flipV="1">
              <a:off x="976726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0" name="Rechteck: abgerundete Ecken 2119">
              <a:extLst>
                <a:ext uri="{FF2B5EF4-FFF2-40B4-BE49-F238E27FC236}">
                  <a16:creationId xmlns:a16="http://schemas.microsoft.com/office/drawing/2014/main" id="{4042BF0A-0991-F24E-09E0-5A4C6C933671}"/>
                </a:ext>
              </a:extLst>
            </p:cNvPr>
            <p:cNvSpPr/>
            <p:nvPr/>
          </p:nvSpPr>
          <p:spPr>
            <a:xfrm flipV="1">
              <a:off x="1001534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1" name="Rechteck: abgerundete Ecken 2120">
              <a:extLst>
                <a:ext uri="{FF2B5EF4-FFF2-40B4-BE49-F238E27FC236}">
                  <a16:creationId xmlns:a16="http://schemas.microsoft.com/office/drawing/2014/main" id="{B81F2195-DB0C-4260-C78D-38842C86DE0F}"/>
                </a:ext>
              </a:extLst>
            </p:cNvPr>
            <p:cNvSpPr/>
            <p:nvPr/>
          </p:nvSpPr>
          <p:spPr>
            <a:xfrm flipV="1">
              <a:off x="1026343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2" name="Rechteck: abgerundete Ecken 2121">
              <a:extLst>
                <a:ext uri="{FF2B5EF4-FFF2-40B4-BE49-F238E27FC236}">
                  <a16:creationId xmlns:a16="http://schemas.microsoft.com/office/drawing/2014/main" id="{E0458C3B-216B-6A18-56F9-7283A5B7E9EA}"/>
                </a:ext>
              </a:extLst>
            </p:cNvPr>
            <p:cNvSpPr/>
            <p:nvPr/>
          </p:nvSpPr>
          <p:spPr>
            <a:xfrm flipV="1">
              <a:off x="10511518" y="3074724"/>
              <a:ext cx="217182" cy="217182"/>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800">
                <a:solidFill>
                  <a:sysClr val="windowText" lastClr="000000"/>
                </a:solidFill>
              </a:endParaRPr>
            </a:p>
          </p:txBody>
        </p:sp>
        <p:sp>
          <p:nvSpPr>
            <p:cNvPr id="2123" name="Rechteck: abgerundete Ecken 2122">
              <a:extLst>
                <a:ext uri="{FF2B5EF4-FFF2-40B4-BE49-F238E27FC236}">
                  <a16:creationId xmlns:a16="http://schemas.microsoft.com/office/drawing/2014/main" id="{D5894066-3A7C-9A79-2A62-66817E4CB88D}"/>
                </a:ext>
              </a:extLst>
            </p:cNvPr>
            <p:cNvSpPr/>
            <p:nvPr/>
          </p:nvSpPr>
          <p:spPr>
            <a:xfrm flipV="1">
              <a:off x="1075960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4" name="Rechteck: abgerundete Ecken 2123">
              <a:extLst>
                <a:ext uri="{FF2B5EF4-FFF2-40B4-BE49-F238E27FC236}">
                  <a16:creationId xmlns:a16="http://schemas.microsoft.com/office/drawing/2014/main" id="{30B16EEF-ABB6-BC6C-8D9D-B0C16040A6AF}"/>
                </a:ext>
              </a:extLst>
            </p:cNvPr>
            <p:cNvSpPr/>
            <p:nvPr/>
          </p:nvSpPr>
          <p:spPr>
            <a:xfrm flipV="1">
              <a:off x="11007690"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5" name="Rechteck: abgerundete Ecken 2124">
              <a:extLst>
                <a:ext uri="{FF2B5EF4-FFF2-40B4-BE49-F238E27FC236}">
                  <a16:creationId xmlns:a16="http://schemas.microsoft.com/office/drawing/2014/main" id="{D1B55854-E59E-A513-BDD9-ACE3EDA0D0F5}"/>
                </a:ext>
              </a:extLst>
            </p:cNvPr>
            <p:cNvSpPr/>
            <p:nvPr/>
          </p:nvSpPr>
          <p:spPr>
            <a:xfrm flipV="1">
              <a:off x="11255776"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6" name="Rechteck: abgerundete Ecken 2125">
              <a:extLst>
                <a:ext uri="{FF2B5EF4-FFF2-40B4-BE49-F238E27FC236}">
                  <a16:creationId xmlns:a16="http://schemas.microsoft.com/office/drawing/2014/main" id="{06494D10-5CB8-0634-0366-0CC5C0868359}"/>
                </a:ext>
              </a:extLst>
            </p:cNvPr>
            <p:cNvSpPr/>
            <p:nvPr/>
          </p:nvSpPr>
          <p:spPr>
            <a:xfrm flipV="1">
              <a:off x="11503862"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7" name="Rechteck: abgerundete Ecken 2126">
              <a:extLst>
                <a:ext uri="{FF2B5EF4-FFF2-40B4-BE49-F238E27FC236}">
                  <a16:creationId xmlns:a16="http://schemas.microsoft.com/office/drawing/2014/main" id="{8D47A725-EF0D-92B7-71DB-88B5DD1E7B70}"/>
                </a:ext>
              </a:extLst>
            </p:cNvPr>
            <p:cNvSpPr/>
            <p:nvPr/>
          </p:nvSpPr>
          <p:spPr>
            <a:xfrm flipV="1">
              <a:off x="11751948"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28" name="Rechteck: abgerundete Ecken 2127">
              <a:extLst>
                <a:ext uri="{FF2B5EF4-FFF2-40B4-BE49-F238E27FC236}">
                  <a16:creationId xmlns:a16="http://schemas.microsoft.com/office/drawing/2014/main" id="{8D0EE62B-9563-5CCB-93E1-971F40357EF8}"/>
                </a:ext>
              </a:extLst>
            </p:cNvPr>
            <p:cNvSpPr/>
            <p:nvPr/>
          </p:nvSpPr>
          <p:spPr>
            <a:xfrm flipV="1">
              <a:off x="12000034" y="307472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grpSp>
      <p:sp>
        <p:nvSpPr>
          <p:cNvPr id="2129" name="Rechteck: abgerundete Ecken 2128">
            <a:extLst>
              <a:ext uri="{FF2B5EF4-FFF2-40B4-BE49-F238E27FC236}">
                <a16:creationId xmlns:a16="http://schemas.microsoft.com/office/drawing/2014/main" id="{3884D1EC-274E-11DA-85E0-89DE884FA75B}"/>
              </a:ext>
            </a:extLst>
          </p:cNvPr>
          <p:cNvSpPr/>
          <p:nvPr/>
        </p:nvSpPr>
        <p:spPr>
          <a:xfrm flipV="1">
            <a:off x="16381548" y="-73860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30" name="Rechteck: abgerundete Ecken 2129">
            <a:extLst>
              <a:ext uri="{FF2B5EF4-FFF2-40B4-BE49-F238E27FC236}">
                <a16:creationId xmlns:a16="http://schemas.microsoft.com/office/drawing/2014/main" id="{98074D73-01A7-B51D-5573-6A9B5993E00B}"/>
              </a:ext>
            </a:extLst>
          </p:cNvPr>
          <p:cNvSpPr/>
          <p:nvPr/>
        </p:nvSpPr>
        <p:spPr>
          <a:xfrm flipV="1">
            <a:off x="16629634" y="-73860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31" name="Rechteck: abgerundete Ecken 2130">
            <a:extLst>
              <a:ext uri="{FF2B5EF4-FFF2-40B4-BE49-F238E27FC236}">
                <a16:creationId xmlns:a16="http://schemas.microsoft.com/office/drawing/2014/main" id="{059E4BDD-65EE-A4E7-4A42-26459D2CE9B7}"/>
              </a:ext>
            </a:extLst>
          </p:cNvPr>
          <p:cNvSpPr/>
          <p:nvPr/>
        </p:nvSpPr>
        <p:spPr>
          <a:xfrm flipV="1">
            <a:off x="17125806" y="-73860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32" name="Rechteck: abgerundete Ecken 2131">
            <a:extLst>
              <a:ext uri="{FF2B5EF4-FFF2-40B4-BE49-F238E27FC236}">
                <a16:creationId xmlns:a16="http://schemas.microsoft.com/office/drawing/2014/main" id="{6B60F8E1-9E32-9D75-8ACD-C38F25DF2496}"/>
              </a:ext>
            </a:extLst>
          </p:cNvPr>
          <p:cNvSpPr/>
          <p:nvPr/>
        </p:nvSpPr>
        <p:spPr>
          <a:xfrm flipV="1">
            <a:off x="17373890" y="-73860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sp>
        <p:nvSpPr>
          <p:cNvPr id="2133" name="Rechteck: abgerundete Ecken 2132">
            <a:extLst>
              <a:ext uri="{FF2B5EF4-FFF2-40B4-BE49-F238E27FC236}">
                <a16:creationId xmlns:a16="http://schemas.microsoft.com/office/drawing/2014/main" id="{9072AFAB-903A-8D9D-C6EC-99E753C0407D}"/>
              </a:ext>
            </a:extLst>
          </p:cNvPr>
          <p:cNvSpPr/>
          <p:nvPr/>
        </p:nvSpPr>
        <p:spPr>
          <a:xfrm flipV="1">
            <a:off x="16877720" y="-73860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a:solidFill>
                <a:sysClr val="windowText" lastClr="000000"/>
              </a:solidFill>
            </a:endParaRPr>
          </a:p>
        </p:txBody>
      </p:sp>
      <p:grpSp>
        <p:nvGrpSpPr>
          <p:cNvPr id="2145" name="Gruppieren 2144">
            <a:extLst>
              <a:ext uri="{FF2B5EF4-FFF2-40B4-BE49-F238E27FC236}">
                <a16:creationId xmlns:a16="http://schemas.microsoft.com/office/drawing/2014/main" id="{3BAD6579-8CAB-ED0F-8F9E-7EAEFB0356D5}"/>
              </a:ext>
            </a:extLst>
          </p:cNvPr>
          <p:cNvGrpSpPr/>
          <p:nvPr/>
        </p:nvGrpSpPr>
        <p:grpSpPr>
          <a:xfrm>
            <a:off x="6136661" y="6460060"/>
            <a:ext cx="297484" cy="137286"/>
            <a:chOff x="1745981" y="6366497"/>
            <a:chExt cx="297484" cy="137286"/>
          </a:xfrm>
        </p:grpSpPr>
        <p:sp>
          <p:nvSpPr>
            <p:cNvPr id="2146" name="Rechteck: abgerundete Ecken 2145">
              <a:extLst>
                <a:ext uri="{FF2B5EF4-FFF2-40B4-BE49-F238E27FC236}">
                  <a16:creationId xmlns:a16="http://schemas.microsoft.com/office/drawing/2014/main" id="{F99B9C11-B56D-623F-B313-4A6DFA977A06}"/>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2147" name="Picture 6">
              <a:extLst>
                <a:ext uri="{FF2B5EF4-FFF2-40B4-BE49-F238E27FC236}">
                  <a16:creationId xmlns:a16="http://schemas.microsoft.com/office/drawing/2014/main" id="{FECB224C-FF5E-970F-83EE-65DBD187304A}"/>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2152" name="Textfeld 2151">
            <a:extLst>
              <a:ext uri="{FF2B5EF4-FFF2-40B4-BE49-F238E27FC236}">
                <a16:creationId xmlns:a16="http://schemas.microsoft.com/office/drawing/2014/main" id="{E69ED02D-FF3B-A912-648F-CF912D2B38DC}"/>
              </a:ext>
            </a:extLst>
          </p:cNvPr>
          <p:cNvSpPr txBox="1"/>
          <p:nvPr/>
        </p:nvSpPr>
        <p:spPr>
          <a:xfrm>
            <a:off x="15707990" y="2140259"/>
            <a:ext cx="1276050" cy="2169825"/>
          </a:xfrm>
          <a:prstGeom prst="rect">
            <a:avLst/>
          </a:prstGeom>
          <a:solidFill>
            <a:schemeClr val="bg1">
              <a:alpha val="70000"/>
            </a:schemeClr>
          </a:solidFill>
        </p:spPr>
        <p:txBody>
          <a:bodyPr wrap="square" rtlCol="0">
            <a:spAutoFit/>
          </a:bodyPr>
          <a:lstStyle/>
          <a:p>
            <a:r>
              <a:rPr lang="en-US" sz="900" dirty="0"/>
              <a:t>Wenn du </a:t>
            </a:r>
            <a:r>
              <a:rPr lang="en-US" sz="900" dirty="0" err="1"/>
              <a:t>fertig</a:t>
            </a:r>
            <a:r>
              <a:rPr lang="en-US" sz="900" dirty="0"/>
              <a:t> </a:t>
            </a:r>
            <a:r>
              <a:rPr lang="en-US" sz="900" dirty="0" err="1"/>
              <a:t>gespielt</a:t>
            </a:r>
            <a:r>
              <a:rPr lang="en-US" sz="900" dirty="0"/>
              <a:t> hast, </a:t>
            </a:r>
            <a:r>
              <a:rPr lang="en-US" sz="900" dirty="0" err="1"/>
              <a:t>würden</a:t>
            </a:r>
            <a:r>
              <a:rPr lang="en-US" sz="900" dirty="0"/>
              <a:t> </a:t>
            </a:r>
            <a:r>
              <a:rPr lang="en-US" sz="900" dirty="0" err="1"/>
              <a:t>wir</a:t>
            </a:r>
            <a:r>
              <a:rPr lang="en-US" sz="900" dirty="0"/>
              <a:t> </a:t>
            </a:r>
            <a:r>
              <a:rPr lang="en-US" sz="900" dirty="0" err="1"/>
              <a:t>uns</a:t>
            </a:r>
            <a:r>
              <a:rPr lang="en-US" sz="900" dirty="0"/>
              <a:t> </a:t>
            </a:r>
            <a:r>
              <a:rPr lang="en-US" sz="900" dirty="0" err="1"/>
              <a:t>sehr</a:t>
            </a:r>
            <a:r>
              <a:rPr lang="en-US" sz="900" dirty="0"/>
              <a:t> </a:t>
            </a:r>
            <a:r>
              <a:rPr lang="en-US" sz="900" dirty="0" err="1"/>
              <a:t>über</a:t>
            </a:r>
            <a:r>
              <a:rPr lang="en-US" sz="900" dirty="0"/>
              <a:t> Feedback </a:t>
            </a:r>
            <a:r>
              <a:rPr lang="en-US" sz="900" dirty="0" err="1"/>
              <a:t>freuen</a:t>
            </a:r>
            <a:r>
              <a:rPr lang="en-US" sz="900" dirty="0"/>
              <a:t>! </a:t>
            </a:r>
            <a:r>
              <a:rPr lang="de-DE" sz="900" dirty="0"/>
              <a:t>😍</a:t>
            </a:r>
          </a:p>
          <a:p>
            <a:endParaRPr lang="de-DE" sz="900" dirty="0"/>
          </a:p>
          <a:p>
            <a:endParaRPr lang="de-DE" sz="900" dirty="0"/>
          </a:p>
          <a:p>
            <a:endParaRPr lang="de-DE" sz="900" dirty="0"/>
          </a:p>
          <a:p>
            <a:endParaRPr lang="de-DE" sz="900" dirty="0"/>
          </a:p>
          <a:p>
            <a:endParaRPr lang="de-DE" sz="900" dirty="0"/>
          </a:p>
          <a:p>
            <a:endParaRPr lang="de-DE" sz="900" dirty="0"/>
          </a:p>
          <a:p>
            <a:endParaRPr lang="de-DE" sz="900" dirty="0"/>
          </a:p>
          <a:p>
            <a:endParaRPr lang="en-US" sz="900" dirty="0"/>
          </a:p>
          <a:p>
            <a:endParaRPr lang="en-US" sz="900" dirty="0"/>
          </a:p>
          <a:p>
            <a:endParaRPr lang="en-US" sz="900" dirty="0"/>
          </a:p>
          <a:p>
            <a:endParaRPr lang="en-US" sz="900" dirty="0"/>
          </a:p>
        </p:txBody>
      </p:sp>
      <p:cxnSp>
        <p:nvCxnSpPr>
          <p:cNvPr id="2155" name="Verbinder: gekrümmt 2154">
            <a:extLst>
              <a:ext uri="{FF2B5EF4-FFF2-40B4-BE49-F238E27FC236}">
                <a16:creationId xmlns:a16="http://schemas.microsoft.com/office/drawing/2014/main" id="{ED791D08-E6D9-6AA3-BC8C-D8D61A7F93C1}"/>
              </a:ext>
            </a:extLst>
          </p:cNvPr>
          <p:cNvCxnSpPr>
            <a:cxnSpLocks/>
          </p:cNvCxnSpPr>
          <p:nvPr/>
        </p:nvCxnSpPr>
        <p:spPr>
          <a:xfrm>
            <a:off x="15927022" y="4351697"/>
            <a:ext cx="8328696" cy="165413"/>
          </a:xfrm>
          <a:prstGeom prst="curvedConnector4">
            <a:avLst>
              <a:gd name="adj1" fmla="val -154"/>
              <a:gd name="adj2" fmla="val 238200"/>
            </a:avLst>
          </a:prstGeom>
          <a:ln>
            <a:tailEnd type="triangle"/>
          </a:ln>
        </p:spPr>
        <p:style>
          <a:lnRef idx="2">
            <a:schemeClr val="dk1"/>
          </a:lnRef>
          <a:fillRef idx="0">
            <a:schemeClr val="dk1"/>
          </a:fillRef>
          <a:effectRef idx="1">
            <a:schemeClr val="dk1"/>
          </a:effectRef>
          <a:fontRef idx="minor">
            <a:schemeClr val="tx1"/>
          </a:fontRef>
        </p:style>
      </p:cxnSp>
      <p:sp>
        <p:nvSpPr>
          <p:cNvPr id="2158" name="Textfeld 2157">
            <a:extLst>
              <a:ext uri="{FF2B5EF4-FFF2-40B4-BE49-F238E27FC236}">
                <a16:creationId xmlns:a16="http://schemas.microsoft.com/office/drawing/2014/main" id="{D575F41A-2E9D-97E1-B132-178AE84D4276}"/>
              </a:ext>
            </a:extLst>
          </p:cNvPr>
          <p:cNvSpPr txBox="1"/>
          <p:nvPr/>
        </p:nvSpPr>
        <p:spPr>
          <a:xfrm>
            <a:off x="7015389" y="9873241"/>
            <a:ext cx="2173996" cy="461665"/>
          </a:xfrm>
          <a:prstGeom prst="rect">
            <a:avLst/>
          </a:prstGeom>
          <a:noFill/>
        </p:spPr>
        <p:txBody>
          <a:bodyPr wrap="square" rtlCol="0">
            <a:spAutoFit/>
          </a:bodyPr>
          <a:lstStyle/>
          <a:p>
            <a:pPr algn="ctr"/>
            <a:r>
              <a:rPr lang="de-DE" sz="1200" dirty="0"/>
              <a:t>Effizienz der Wärmepumpe</a:t>
            </a:r>
          </a:p>
          <a:p>
            <a:pPr algn="ctr"/>
            <a:r>
              <a:rPr lang="de-DE" sz="600" dirty="0"/>
              <a:t>(Steigt mit jedem gespielten Symbol</a:t>
            </a:r>
            <a:br>
              <a:rPr lang="de-DE" sz="600" dirty="0"/>
            </a:br>
            <a:r>
              <a:rPr lang="de-DE" sz="600" dirty="0"/>
              <a:t> – das erste kommt auf 1)</a:t>
            </a:r>
          </a:p>
        </p:txBody>
      </p:sp>
      <p:sp>
        <p:nvSpPr>
          <p:cNvPr id="2159" name="Textfeld 2158">
            <a:extLst>
              <a:ext uri="{FF2B5EF4-FFF2-40B4-BE49-F238E27FC236}">
                <a16:creationId xmlns:a16="http://schemas.microsoft.com/office/drawing/2014/main" id="{4D4EC0C4-4B50-732E-E50B-2910160B9698}"/>
              </a:ext>
            </a:extLst>
          </p:cNvPr>
          <p:cNvSpPr txBox="1"/>
          <p:nvPr/>
        </p:nvSpPr>
        <p:spPr>
          <a:xfrm>
            <a:off x="4570529" y="10298365"/>
            <a:ext cx="1944886" cy="369332"/>
          </a:xfrm>
          <a:prstGeom prst="rect">
            <a:avLst/>
          </a:prstGeom>
          <a:noFill/>
        </p:spPr>
        <p:txBody>
          <a:bodyPr wrap="square" rtlCol="0">
            <a:spAutoFit/>
          </a:bodyPr>
          <a:lstStyle/>
          <a:p>
            <a:pPr algn="ctr"/>
            <a:r>
              <a:rPr lang="de-DE" sz="1200" dirty="0"/>
              <a:t>Wärmeerzeugung</a:t>
            </a:r>
          </a:p>
          <a:p>
            <a:pPr algn="ctr"/>
            <a:r>
              <a:rPr lang="de-DE" sz="600" dirty="0"/>
              <a:t>(Es kann immer nur eines gleichzeitig aktiv sein)</a:t>
            </a:r>
          </a:p>
        </p:txBody>
      </p:sp>
      <p:cxnSp>
        <p:nvCxnSpPr>
          <p:cNvPr id="2161" name="Gerade Verbindung mit Pfeil 2160">
            <a:extLst>
              <a:ext uri="{FF2B5EF4-FFF2-40B4-BE49-F238E27FC236}">
                <a16:creationId xmlns:a16="http://schemas.microsoft.com/office/drawing/2014/main" id="{BA1F283F-91E3-391F-16EB-4BBE35F9314A}"/>
              </a:ext>
            </a:extLst>
          </p:cNvPr>
          <p:cNvCxnSpPr>
            <a:cxnSpLocks/>
          </p:cNvCxnSpPr>
          <p:nvPr/>
        </p:nvCxnSpPr>
        <p:spPr>
          <a:xfrm>
            <a:off x="4356100" y="10243088"/>
            <a:ext cx="2478642"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163" name="Pfeil: nach unten 2162">
            <a:extLst>
              <a:ext uri="{FF2B5EF4-FFF2-40B4-BE49-F238E27FC236}">
                <a16:creationId xmlns:a16="http://schemas.microsoft.com/office/drawing/2014/main" id="{EE4A5F01-0CCA-DCDC-4236-B95A0FC17927}"/>
              </a:ext>
            </a:extLst>
          </p:cNvPr>
          <p:cNvSpPr/>
          <p:nvPr/>
        </p:nvSpPr>
        <p:spPr>
          <a:xfrm rot="10800000">
            <a:off x="6534441" y="4532641"/>
            <a:ext cx="3692608" cy="626337"/>
          </a:xfrm>
          <a:prstGeom prst="downArrow">
            <a:avLst>
              <a:gd name="adj1" fmla="val 50000"/>
              <a:gd name="adj2" fmla="val 10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dirty="0">
              <a:solidFill>
                <a:sysClr val="windowText" lastClr="000000"/>
              </a:solidFill>
            </a:endParaRPr>
          </a:p>
        </p:txBody>
      </p:sp>
      <p:sp>
        <p:nvSpPr>
          <p:cNvPr id="2165" name="Textfeld 2164">
            <a:extLst>
              <a:ext uri="{FF2B5EF4-FFF2-40B4-BE49-F238E27FC236}">
                <a16:creationId xmlns:a16="http://schemas.microsoft.com/office/drawing/2014/main" id="{C1E123DB-EEA5-ADF2-3F7F-03234FC02413}"/>
              </a:ext>
            </a:extLst>
          </p:cNvPr>
          <p:cNvSpPr txBox="1"/>
          <p:nvPr/>
        </p:nvSpPr>
        <p:spPr>
          <a:xfrm>
            <a:off x="14417871" y="2511229"/>
            <a:ext cx="586182" cy="369332"/>
          </a:xfrm>
          <a:prstGeom prst="rect">
            <a:avLst/>
          </a:prstGeom>
          <a:noFill/>
        </p:spPr>
        <p:txBody>
          <a:bodyPr wrap="square">
            <a:spAutoFit/>
          </a:bodyPr>
          <a:lstStyle/>
          <a:p>
            <a:r>
              <a:rPr lang="de-DE" sz="1800" dirty="0"/>
              <a:t>+</a:t>
            </a:r>
            <a:endParaRPr lang="de-DE" dirty="0"/>
          </a:p>
        </p:txBody>
      </p:sp>
      <p:cxnSp>
        <p:nvCxnSpPr>
          <p:cNvPr id="2166" name="Gerade Verbindung mit Pfeil 2165">
            <a:extLst>
              <a:ext uri="{FF2B5EF4-FFF2-40B4-BE49-F238E27FC236}">
                <a16:creationId xmlns:a16="http://schemas.microsoft.com/office/drawing/2014/main" id="{10B40F17-A776-C6A1-35C8-2EFF7A16DE3C}"/>
              </a:ext>
            </a:extLst>
          </p:cNvPr>
          <p:cNvCxnSpPr>
            <a:cxnSpLocks/>
          </p:cNvCxnSpPr>
          <p:nvPr/>
        </p:nvCxnSpPr>
        <p:spPr>
          <a:xfrm>
            <a:off x="7450438" y="9832083"/>
            <a:ext cx="1376062"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2168" name="Textfeld 2167">
            <a:extLst>
              <a:ext uri="{FF2B5EF4-FFF2-40B4-BE49-F238E27FC236}">
                <a16:creationId xmlns:a16="http://schemas.microsoft.com/office/drawing/2014/main" id="{15C68ED9-4F61-30E4-B2D0-25923126F5E6}"/>
              </a:ext>
            </a:extLst>
          </p:cNvPr>
          <p:cNvSpPr txBox="1"/>
          <p:nvPr/>
        </p:nvSpPr>
        <p:spPr>
          <a:xfrm>
            <a:off x="7229985" y="4768324"/>
            <a:ext cx="2152471" cy="276999"/>
          </a:xfrm>
          <a:prstGeom prst="rect">
            <a:avLst/>
          </a:prstGeom>
          <a:noFill/>
        </p:spPr>
        <p:txBody>
          <a:bodyPr wrap="square" rtlCol="0">
            <a:spAutoFit/>
          </a:bodyPr>
          <a:lstStyle/>
          <a:p>
            <a:pPr algn="ctr"/>
            <a:r>
              <a:rPr lang="de-DE" sz="1200" dirty="0"/>
              <a:t>Runden-Ende</a:t>
            </a:r>
          </a:p>
        </p:txBody>
      </p:sp>
      <p:pic>
        <p:nvPicPr>
          <p:cNvPr id="2170" name="Grafik 2169">
            <a:extLst>
              <a:ext uri="{FF2B5EF4-FFF2-40B4-BE49-F238E27FC236}">
                <a16:creationId xmlns:a16="http://schemas.microsoft.com/office/drawing/2014/main" id="{8B9DD265-509B-A35C-D4E6-FD40EC96FA98}"/>
              </a:ext>
            </a:extLst>
          </p:cNvPr>
          <p:cNvPicPr>
            <a:picLocks noChangeAspect="1"/>
          </p:cNvPicPr>
          <p:nvPr/>
        </p:nvPicPr>
        <p:blipFill>
          <a:blip r:embed="rId23"/>
          <a:stretch>
            <a:fillRect/>
          </a:stretch>
        </p:blipFill>
        <p:spPr>
          <a:xfrm>
            <a:off x="15795385" y="2796309"/>
            <a:ext cx="990053" cy="1001521"/>
          </a:xfrm>
          <a:prstGeom prst="rect">
            <a:avLst/>
          </a:prstGeom>
        </p:spPr>
      </p:pic>
      <p:sp>
        <p:nvSpPr>
          <p:cNvPr id="35" name="Rechteck: abgerundete Ecken 12">
            <a:extLst>
              <a:ext uri="{FF2B5EF4-FFF2-40B4-BE49-F238E27FC236}">
                <a16:creationId xmlns:a16="http://schemas.microsoft.com/office/drawing/2014/main" id="{7B8A6060-C4CB-9132-D45C-676E6401F0B4}"/>
              </a:ext>
            </a:extLst>
          </p:cNvPr>
          <p:cNvSpPr/>
          <p:nvPr/>
        </p:nvSpPr>
        <p:spPr>
          <a:xfrm>
            <a:off x="2131744" y="9027714"/>
            <a:ext cx="286369" cy="286369"/>
          </a:xfrm>
          <a:prstGeom prst="roundRect">
            <a:avLst/>
          </a:prstGeom>
          <a:solidFill>
            <a:srgbClr val="FFFF9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de-DE" sz="800" dirty="0">
                <a:solidFill>
                  <a:sysClr val="windowText" lastClr="000000"/>
                </a:solidFill>
              </a:rPr>
              <a:t>Start</a:t>
            </a:r>
          </a:p>
        </p:txBody>
      </p:sp>
      <p:graphicFrame>
        <p:nvGraphicFramePr>
          <p:cNvPr id="87" name="Tabelle 86">
            <a:extLst>
              <a:ext uri="{FF2B5EF4-FFF2-40B4-BE49-F238E27FC236}">
                <a16:creationId xmlns:a16="http://schemas.microsoft.com/office/drawing/2014/main" id="{5EEAB0F0-4629-044F-EBF1-106DC257AA71}"/>
              </a:ext>
            </a:extLst>
          </p:cNvPr>
          <p:cNvGraphicFramePr>
            <a:graphicFrameLocks noGrp="1"/>
          </p:cNvGraphicFramePr>
          <p:nvPr>
            <p:extLst>
              <p:ext uri="{D42A27DB-BD31-4B8C-83A1-F6EECF244321}">
                <p14:modId xmlns:p14="http://schemas.microsoft.com/office/powerpoint/2010/main" val="1632221554"/>
              </p:ext>
            </p:extLst>
          </p:nvPr>
        </p:nvGraphicFramePr>
        <p:xfrm>
          <a:off x="2418113" y="5846241"/>
          <a:ext cx="316959" cy="3510410"/>
        </p:xfrm>
        <a:graphic>
          <a:graphicData uri="http://schemas.openxmlformats.org/drawingml/2006/table">
            <a:tbl>
              <a:tblPr>
                <a:tableStyleId>{5C22544A-7EE6-4342-B048-85BDC9FD1C3A}</a:tableStyleId>
              </a:tblPr>
              <a:tblGrid>
                <a:gridCol w="316959">
                  <a:extLst>
                    <a:ext uri="{9D8B030D-6E8A-4147-A177-3AD203B41FA5}">
                      <a16:colId xmlns:a16="http://schemas.microsoft.com/office/drawing/2014/main" val="311902534"/>
                    </a:ext>
                  </a:extLst>
                </a:gridCol>
              </a:tblGrid>
              <a:tr h="351041">
                <a:tc>
                  <a:txBody>
                    <a:bodyPr/>
                    <a:lstStyle/>
                    <a:p>
                      <a:pPr algn="ctr"/>
                      <a:r>
                        <a:rPr lang="de-DE" sz="1050" b="0" dirty="0"/>
                        <a:t>-90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1958800"/>
                  </a:ext>
                </a:extLst>
              </a:tr>
              <a:tr h="351041">
                <a:tc>
                  <a:txBody>
                    <a:bodyPr/>
                    <a:lstStyle/>
                    <a:p>
                      <a:pPr algn="ctr"/>
                      <a:r>
                        <a:rPr lang="de-DE" sz="1050" b="0" dirty="0"/>
                        <a:t>-80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888152"/>
                  </a:ext>
                </a:extLst>
              </a:tr>
              <a:tr h="351041">
                <a:tc>
                  <a:txBody>
                    <a:bodyPr/>
                    <a:lstStyle/>
                    <a:p>
                      <a:pPr algn="ctr"/>
                      <a:r>
                        <a:rPr lang="de-DE" sz="1050" b="0" dirty="0"/>
                        <a:t>-70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51041">
                <a:tc>
                  <a:txBody>
                    <a:bodyPr/>
                    <a:lstStyle/>
                    <a:p>
                      <a:pPr algn="ctr"/>
                      <a:r>
                        <a:rPr lang="de-DE" sz="1050" b="0" dirty="0"/>
                        <a:t>-60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51041">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lang="de-DE" sz="1050" b="0" dirty="0">
                          <a:solidFill>
                            <a:srgbClr val="C00000"/>
                          </a:solidFill>
                        </a:rPr>
                        <a:t>-50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51041">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lang="de-DE" sz="1050" b="0" dirty="0">
                          <a:solidFill>
                            <a:srgbClr val="C00000"/>
                          </a:solidFill>
                        </a:rPr>
                        <a:t>-40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51041">
                <a:tc>
                  <a:txBody>
                    <a:bodyPr/>
                    <a:lstStyle/>
                    <a:p>
                      <a:pPr algn="ctr"/>
                      <a:r>
                        <a:rPr lang="de-DE" sz="1050" b="0" dirty="0">
                          <a:solidFill>
                            <a:srgbClr val="C00000"/>
                          </a:solidFill>
                        </a:rPr>
                        <a:t>-30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51041">
                <a:tc>
                  <a:txBody>
                    <a:bodyPr/>
                    <a:lstStyle/>
                    <a:p>
                      <a:pPr algn="ctr"/>
                      <a:r>
                        <a:rPr lang="de-DE" sz="1050" b="0" dirty="0">
                          <a:solidFill>
                            <a:srgbClr val="C00000"/>
                          </a:solidFill>
                        </a:rPr>
                        <a:t>-20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51041">
                <a:tc>
                  <a:txBody>
                    <a:bodyPr/>
                    <a:lstStyle/>
                    <a:p>
                      <a:pPr algn="ctr"/>
                      <a:r>
                        <a:rPr lang="de-DE" sz="1050" b="0" dirty="0">
                          <a:solidFill>
                            <a:srgbClr val="C00000"/>
                          </a:solidFill>
                        </a:rPr>
                        <a:t>-10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51041">
                <a:tc>
                  <a:txBody>
                    <a:bodyPr/>
                    <a:lstStyle/>
                    <a:p>
                      <a:pPr algn="ctr"/>
                      <a:r>
                        <a:rPr lang="de-DE" sz="1050" b="0" dirty="0">
                          <a:solidFill>
                            <a:srgbClr val="C00000"/>
                          </a:solidFill>
                        </a:rPr>
                        <a:t>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bl>
          </a:graphicData>
        </a:graphic>
      </p:graphicFrame>
      <p:grpSp>
        <p:nvGrpSpPr>
          <p:cNvPr id="51" name="Gruppieren 2144">
            <a:extLst>
              <a:ext uri="{FF2B5EF4-FFF2-40B4-BE49-F238E27FC236}">
                <a16:creationId xmlns:a16="http://schemas.microsoft.com/office/drawing/2014/main" id="{5AE04E38-6C1F-FA2F-B798-1B45EB27B0C6}"/>
              </a:ext>
            </a:extLst>
          </p:cNvPr>
          <p:cNvGrpSpPr/>
          <p:nvPr/>
        </p:nvGrpSpPr>
        <p:grpSpPr>
          <a:xfrm>
            <a:off x="6149361" y="6110810"/>
            <a:ext cx="297484" cy="137286"/>
            <a:chOff x="1745981" y="6366497"/>
            <a:chExt cx="297484" cy="137286"/>
          </a:xfrm>
        </p:grpSpPr>
        <p:sp>
          <p:nvSpPr>
            <p:cNvPr id="52" name="Rechteck: abgerundete Ecken 2145">
              <a:extLst>
                <a:ext uri="{FF2B5EF4-FFF2-40B4-BE49-F238E27FC236}">
                  <a16:creationId xmlns:a16="http://schemas.microsoft.com/office/drawing/2014/main" id="{327F9AB3-10F5-2681-E9E2-E138E5D0F16C}"/>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53" name="Picture 6">
              <a:extLst>
                <a:ext uri="{FF2B5EF4-FFF2-40B4-BE49-F238E27FC236}">
                  <a16:creationId xmlns:a16="http://schemas.microsoft.com/office/drawing/2014/main" id="{66785FFE-352F-DFDF-84FB-7A8F27FDDC1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54" name="Gruppieren 2144">
            <a:extLst>
              <a:ext uri="{FF2B5EF4-FFF2-40B4-BE49-F238E27FC236}">
                <a16:creationId xmlns:a16="http://schemas.microsoft.com/office/drawing/2014/main" id="{7D1794B5-BB41-FFBB-5280-D318904E886E}"/>
              </a:ext>
            </a:extLst>
          </p:cNvPr>
          <p:cNvGrpSpPr/>
          <p:nvPr/>
        </p:nvGrpSpPr>
        <p:grpSpPr>
          <a:xfrm>
            <a:off x="6779844" y="6117880"/>
            <a:ext cx="297484" cy="137286"/>
            <a:chOff x="1745981" y="6366497"/>
            <a:chExt cx="297484" cy="137286"/>
          </a:xfrm>
        </p:grpSpPr>
        <p:sp>
          <p:nvSpPr>
            <p:cNvPr id="55" name="Rechteck: abgerundete Ecken 2145">
              <a:extLst>
                <a:ext uri="{FF2B5EF4-FFF2-40B4-BE49-F238E27FC236}">
                  <a16:creationId xmlns:a16="http://schemas.microsoft.com/office/drawing/2014/main" id="{4C9302B6-4839-B422-DF7B-ED863BFA1B9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56" name="Picture 6">
              <a:extLst>
                <a:ext uri="{FF2B5EF4-FFF2-40B4-BE49-F238E27FC236}">
                  <a16:creationId xmlns:a16="http://schemas.microsoft.com/office/drawing/2014/main" id="{B184FC95-ADCC-D0DC-FBF8-BCB27614ACF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57" name="Gruppieren 2144">
            <a:extLst>
              <a:ext uri="{FF2B5EF4-FFF2-40B4-BE49-F238E27FC236}">
                <a16:creationId xmlns:a16="http://schemas.microsoft.com/office/drawing/2014/main" id="{1A25CA4D-E2C3-BD36-2C91-062034D9C16F}"/>
              </a:ext>
            </a:extLst>
          </p:cNvPr>
          <p:cNvGrpSpPr/>
          <p:nvPr/>
        </p:nvGrpSpPr>
        <p:grpSpPr>
          <a:xfrm>
            <a:off x="6781677" y="6461500"/>
            <a:ext cx="297484" cy="137286"/>
            <a:chOff x="1745981" y="6366497"/>
            <a:chExt cx="297484" cy="137286"/>
          </a:xfrm>
        </p:grpSpPr>
        <p:sp>
          <p:nvSpPr>
            <p:cNvPr id="58" name="Rechteck: abgerundete Ecken 2145">
              <a:extLst>
                <a:ext uri="{FF2B5EF4-FFF2-40B4-BE49-F238E27FC236}">
                  <a16:creationId xmlns:a16="http://schemas.microsoft.com/office/drawing/2014/main" id="{8464637E-ECB4-2F5E-D634-B142D269FE20}"/>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59" name="Picture 6">
              <a:extLst>
                <a:ext uri="{FF2B5EF4-FFF2-40B4-BE49-F238E27FC236}">
                  <a16:creationId xmlns:a16="http://schemas.microsoft.com/office/drawing/2014/main" id="{86FAD291-FD96-6670-E694-DCBF53D8A206}"/>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60" name="Gruppieren 2144">
            <a:extLst>
              <a:ext uri="{FF2B5EF4-FFF2-40B4-BE49-F238E27FC236}">
                <a16:creationId xmlns:a16="http://schemas.microsoft.com/office/drawing/2014/main" id="{02A8EF94-4334-B5A0-7695-2100BC3024E3}"/>
              </a:ext>
            </a:extLst>
          </p:cNvPr>
          <p:cNvGrpSpPr/>
          <p:nvPr/>
        </p:nvGrpSpPr>
        <p:grpSpPr>
          <a:xfrm>
            <a:off x="6783510" y="6805120"/>
            <a:ext cx="297484" cy="137286"/>
            <a:chOff x="1745981" y="6366497"/>
            <a:chExt cx="297484" cy="137286"/>
          </a:xfrm>
        </p:grpSpPr>
        <p:sp>
          <p:nvSpPr>
            <p:cNvPr id="61" name="Rechteck: abgerundete Ecken 2145">
              <a:extLst>
                <a:ext uri="{FF2B5EF4-FFF2-40B4-BE49-F238E27FC236}">
                  <a16:creationId xmlns:a16="http://schemas.microsoft.com/office/drawing/2014/main" id="{193C6E27-19EE-7805-58F0-B0587CCC8CC5}"/>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00" name="Picture 6">
              <a:extLst>
                <a:ext uri="{FF2B5EF4-FFF2-40B4-BE49-F238E27FC236}">
                  <a16:creationId xmlns:a16="http://schemas.microsoft.com/office/drawing/2014/main" id="{48DD645F-F3DE-E13F-212E-7384E174CBD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01" name="Gruppieren 2144">
            <a:extLst>
              <a:ext uri="{FF2B5EF4-FFF2-40B4-BE49-F238E27FC236}">
                <a16:creationId xmlns:a16="http://schemas.microsoft.com/office/drawing/2014/main" id="{C36758DF-E921-3AA9-417C-EC8C412DFA2C}"/>
              </a:ext>
            </a:extLst>
          </p:cNvPr>
          <p:cNvGrpSpPr/>
          <p:nvPr/>
        </p:nvGrpSpPr>
        <p:grpSpPr>
          <a:xfrm>
            <a:off x="6785343" y="7148740"/>
            <a:ext cx="297484" cy="137286"/>
            <a:chOff x="1745981" y="6366497"/>
            <a:chExt cx="297484" cy="137286"/>
          </a:xfrm>
        </p:grpSpPr>
        <p:sp>
          <p:nvSpPr>
            <p:cNvPr id="102" name="Rechteck: abgerundete Ecken 2145">
              <a:extLst>
                <a:ext uri="{FF2B5EF4-FFF2-40B4-BE49-F238E27FC236}">
                  <a16:creationId xmlns:a16="http://schemas.microsoft.com/office/drawing/2014/main" id="{08FCE35A-7747-6462-830B-8905C94761D6}"/>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36" name="Picture 6">
              <a:extLst>
                <a:ext uri="{FF2B5EF4-FFF2-40B4-BE49-F238E27FC236}">
                  <a16:creationId xmlns:a16="http://schemas.microsoft.com/office/drawing/2014/main" id="{7AC5B8A5-E716-9A86-3F51-4D35C9229F3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137" name="Gruppieren 2144">
            <a:extLst>
              <a:ext uri="{FF2B5EF4-FFF2-40B4-BE49-F238E27FC236}">
                <a16:creationId xmlns:a16="http://schemas.microsoft.com/office/drawing/2014/main" id="{6FE96E5C-84E2-FE17-3977-B68E44337597}"/>
              </a:ext>
            </a:extLst>
          </p:cNvPr>
          <p:cNvGrpSpPr/>
          <p:nvPr/>
        </p:nvGrpSpPr>
        <p:grpSpPr>
          <a:xfrm>
            <a:off x="6787176" y="7492360"/>
            <a:ext cx="297484" cy="137286"/>
            <a:chOff x="1745981" y="6366497"/>
            <a:chExt cx="297484" cy="137286"/>
          </a:xfrm>
        </p:grpSpPr>
        <p:sp>
          <p:nvSpPr>
            <p:cNvPr id="138" name="Rechteck: abgerundete Ecken 2145">
              <a:extLst>
                <a:ext uri="{FF2B5EF4-FFF2-40B4-BE49-F238E27FC236}">
                  <a16:creationId xmlns:a16="http://schemas.microsoft.com/office/drawing/2014/main" id="{10B975A0-0376-BB45-F8B7-37CAA4535447}"/>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39" name="Picture 6">
              <a:extLst>
                <a:ext uri="{FF2B5EF4-FFF2-40B4-BE49-F238E27FC236}">
                  <a16:creationId xmlns:a16="http://schemas.microsoft.com/office/drawing/2014/main" id="{90394791-9D49-02FC-9943-C34A113D71C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319" name="Rechteck: abgerundete Ecken 1907">
            <a:extLst>
              <a:ext uri="{FF2B5EF4-FFF2-40B4-BE49-F238E27FC236}">
                <a16:creationId xmlns:a16="http://schemas.microsoft.com/office/drawing/2014/main" id="{6495A2AD-7695-B384-C0E7-29CECDA40A99}"/>
              </a:ext>
            </a:extLst>
          </p:cNvPr>
          <p:cNvSpPr/>
          <p:nvPr/>
        </p:nvSpPr>
        <p:spPr>
          <a:xfrm>
            <a:off x="7161507" y="9177531"/>
            <a:ext cx="416296" cy="215469"/>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40" name="Gruppieren 2144">
            <a:extLst>
              <a:ext uri="{FF2B5EF4-FFF2-40B4-BE49-F238E27FC236}">
                <a16:creationId xmlns:a16="http://schemas.microsoft.com/office/drawing/2014/main" id="{3743CF54-2936-EBDB-D4C8-43218DD55611}"/>
              </a:ext>
            </a:extLst>
          </p:cNvPr>
          <p:cNvGrpSpPr/>
          <p:nvPr/>
        </p:nvGrpSpPr>
        <p:grpSpPr>
          <a:xfrm>
            <a:off x="6789009" y="7835980"/>
            <a:ext cx="297484" cy="137286"/>
            <a:chOff x="1745981" y="6366497"/>
            <a:chExt cx="297484" cy="137286"/>
          </a:xfrm>
        </p:grpSpPr>
        <p:sp>
          <p:nvSpPr>
            <p:cNvPr id="141" name="Rechteck: abgerundete Ecken 2145">
              <a:extLst>
                <a:ext uri="{FF2B5EF4-FFF2-40B4-BE49-F238E27FC236}">
                  <a16:creationId xmlns:a16="http://schemas.microsoft.com/office/drawing/2014/main" id="{0764FB06-269B-FB23-EDEC-6DF908C45003}"/>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42" name="Picture 6">
              <a:extLst>
                <a:ext uri="{FF2B5EF4-FFF2-40B4-BE49-F238E27FC236}">
                  <a16:creationId xmlns:a16="http://schemas.microsoft.com/office/drawing/2014/main" id="{A5CE6790-F44F-334F-7048-F0022B41A24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323" name="Rechteck: abgerundete Ecken 1907">
            <a:extLst>
              <a:ext uri="{FF2B5EF4-FFF2-40B4-BE49-F238E27FC236}">
                <a16:creationId xmlns:a16="http://schemas.microsoft.com/office/drawing/2014/main" id="{94D77A27-327A-C168-1262-922640EA2DC2}"/>
              </a:ext>
            </a:extLst>
          </p:cNvPr>
          <p:cNvSpPr/>
          <p:nvPr/>
        </p:nvSpPr>
        <p:spPr>
          <a:xfrm>
            <a:off x="7542510" y="9185996"/>
            <a:ext cx="416296" cy="215469"/>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43" name="Gruppieren 2144">
            <a:extLst>
              <a:ext uri="{FF2B5EF4-FFF2-40B4-BE49-F238E27FC236}">
                <a16:creationId xmlns:a16="http://schemas.microsoft.com/office/drawing/2014/main" id="{0FB90691-6AD9-68B2-B55C-602657B80F77}"/>
              </a:ext>
            </a:extLst>
          </p:cNvPr>
          <p:cNvGrpSpPr/>
          <p:nvPr/>
        </p:nvGrpSpPr>
        <p:grpSpPr>
          <a:xfrm>
            <a:off x="6790842" y="8179600"/>
            <a:ext cx="297484" cy="137286"/>
            <a:chOff x="1745981" y="6366497"/>
            <a:chExt cx="297484" cy="137286"/>
          </a:xfrm>
        </p:grpSpPr>
        <p:sp>
          <p:nvSpPr>
            <p:cNvPr id="144" name="Rechteck: abgerundete Ecken 2145">
              <a:extLst>
                <a:ext uri="{FF2B5EF4-FFF2-40B4-BE49-F238E27FC236}">
                  <a16:creationId xmlns:a16="http://schemas.microsoft.com/office/drawing/2014/main" id="{25806AE5-F844-6F9D-289A-26C4B8314A50}"/>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45" name="Picture 6">
              <a:extLst>
                <a:ext uri="{FF2B5EF4-FFF2-40B4-BE49-F238E27FC236}">
                  <a16:creationId xmlns:a16="http://schemas.microsoft.com/office/drawing/2014/main" id="{78D2E41C-E50A-4331-DA44-4EE595D5935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325" name="Rechteck: abgerundete Ecken 1907">
            <a:extLst>
              <a:ext uri="{FF2B5EF4-FFF2-40B4-BE49-F238E27FC236}">
                <a16:creationId xmlns:a16="http://schemas.microsoft.com/office/drawing/2014/main" id="{DA6D9BDF-A77A-84B4-6536-9F27D92EE8F2}"/>
              </a:ext>
            </a:extLst>
          </p:cNvPr>
          <p:cNvSpPr/>
          <p:nvPr/>
        </p:nvSpPr>
        <p:spPr>
          <a:xfrm>
            <a:off x="7923513" y="9194461"/>
            <a:ext cx="416296" cy="215469"/>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46" name="Gruppieren 2144">
            <a:extLst>
              <a:ext uri="{FF2B5EF4-FFF2-40B4-BE49-F238E27FC236}">
                <a16:creationId xmlns:a16="http://schemas.microsoft.com/office/drawing/2014/main" id="{23923B55-EE02-4D70-BB16-64D50BED8749}"/>
              </a:ext>
            </a:extLst>
          </p:cNvPr>
          <p:cNvGrpSpPr/>
          <p:nvPr/>
        </p:nvGrpSpPr>
        <p:grpSpPr>
          <a:xfrm>
            <a:off x="6792675" y="8523220"/>
            <a:ext cx="297484" cy="137286"/>
            <a:chOff x="1745981" y="6366497"/>
            <a:chExt cx="297484" cy="137286"/>
          </a:xfrm>
        </p:grpSpPr>
        <p:sp>
          <p:nvSpPr>
            <p:cNvPr id="147" name="Rechteck: abgerundete Ecken 2145">
              <a:extLst>
                <a:ext uri="{FF2B5EF4-FFF2-40B4-BE49-F238E27FC236}">
                  <a16:creationId xmlns:a16="http://schemas.microsoft.com/office/drawing/2014/main" id="{E08CD1A8-B4E1-ABD9-812B-772427C3E429}"/>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53" name="Picture 6">
              <a:extLst>
                <a:ext uri="{FF2B5EF4-FFF2-40B4-BE49-F238E27FC236}">
                  <a16:creationId xmlns:a16="http://schemas.microsoft.com/office/drawing/2014/main" id="{AC2A0ABF-9894-2CA0-6061-5CB4FE9A3FE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327" name="Rechteck: abgerundete Ecken 1907">
            <a:extLst>
              <a:ext uri="{FF2B5EF4-FFF2-40B4-BE49-F238E27FC236}">
                <a16:creationId xmlns:a16="http://schemas.microsoft.com/office/drawing/2014/main" id="{37A29D4D-F276-12F6-8908-1B3065CD78B4}"/>
              </a:ext>
            </a:extLst>
          </p:cNvPr>
          <p:cNvSpPr/>
          <p:nvPr/>
        </p:nvSpPr>
        <p:spPr>
          <a:xfrm>
            <a:off x="8304516" y="9202926"/>
            <a:ext cx="416296" cy="215469"/>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64" name="Gruppieren 2144">
            <a:extLst>
              <a:ext uri="{FF2B5EF4-FFF2-40B4-BE49-F238E27FC236}">
                <a16:creationId xmlns:a16="http://schemas.microsoft.com/office/drawing/2014/main" id="{2DD60FBC-49B2-B12C-E493-49EDFBD6A94D}"/>
              </a:ext>
            </a:extLst>
          </p:cNvPr>
          <p:cNvGrpSpPr/>
          <p:nvPr/>
        </p:nvGrpSpPr>
        <p:grpSpPr>
          <a:xfrm>
            <a:off x="6794508" y="8866840"/>
            <a:ext cx="297484" cy="137286"/>
            <a:chOff x="1745981" y="6366497"/>
            <a:chExt cx="297484" cy="137286"/>
          </a:xfrm>
        </p:grpSpPr>
        <p:sp>
          <p:nvSpPr>
            <p:cNvPr id="167" name="Rechteck: abgerundete Ecken 2145">
              <a:extLst>
                <a:ext uri="{FF2B5EF4-FFF2-40B4-BE49-F238E27FC236}">
                  <a16:creationId xmlns:a16="http://schemas.microsoft.com/office/drawing/2014/main" id="{E0B6D259-8767-0955-4B7B-9E2373EEB37D}"/>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175" name="Picture 6">
              <a:extLst>
                <a:ext uri="{FF2B5EF4-FFF2-40B4-BE49-F238E27FC236}">
                  <a16:creationId xmlns:a16="http://schemas.microsoft.com/office/drawing/2014/main" id="{974955CE-B0A0-1517-8173-BA422CF09223}"/>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sp>
        <p:nvSpPr>
          <p:cNvPr id="329" name="Rechteck: abgerundete Ecken 1907">
            <a:extLst>
              <a:ext uri="{FF2B5EF4-FFF2-40B4-BE49-F238E27FC236}">
                <a16:creationId xmlns:a16="http://schemas.microsoft.com/office/drawing/2014/main" id="{B6ACE124-DB3B-7E02-6496-D2B850402B46}"/>
              </a:ext>
            </a:extLst>
          </p:cNvPr>
          <p:cNvSpPr/>
          <p:nvPr/>
        </p:nvSpPr>
        <p:spPr>
          <a:xfrm>
            <a:off x="8685519" y="9211391"/>
            <a:ext cx="416296" cy="215469"/>
          </a:xfrm>
          <a:prstGeom prst="roundRect">
            <a:avLst>
              <a:gd name="adj" fmla="val 50000"/>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grpSp>
        <p:nvGrpSpPr>
          <p:cNvPr id="176" name="Gruppieren 2144">
            <a:extLst>
              <a:ext uri="{FF2B5EF4-FFF2-40B4-BE49-F238E27FC236}">
                <a16:creationId xmlns:a16="http://schemas.microsoft.com/office/drawing/2014/main" id="{DE51AEB3-E165-5527-1041-BCB7E2BCE9E1}"/>
              </a:ext>
            </a:extLst>
          </p:cNvPr>
          <p:cNvGrpSpPr/>
          <p:nvPr/>
        </p:nvGrpSpPr>
        <p:grpSpPr>
          <a:xfrm>
            <a:off x="6585931" y="9260844"/>
            <a:ext cx="297484" cy="137286"/>
            <a:chOff x="1745981" y="6366497"/>
            <a:chExt cx="297484" cy="137286"/>
          </a:xfrm>
        </p:grpSpPr>
        <p:sp>
          <p:nvSpPr>
            <p:cNvPr id="192" name="Rechteck: abgerundete Ecken 2145">
              <a:extLst>
                <a:ext uri="{FF2B5EF4-FFF2-40B4-BE49-F238E27FC236}">
                  <a16:creationId xmlns:a16="http://schemas.microsoft.com/office/drawing/2014/main" id="{7F87969B-70BD-4B2E-F036-41993A1A3CD8}"/>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900" dirty="0">
                  <a:solidFill>
                    <a:sysClr val="windowText" lastClr="000000"/>
                  </a:solidFill>
                </a:rPr>
                <a:t>2</a:t>
              </a:r>
            </a:p>
          </p:txBody>
        </p:sp>
        <p:pic>
          <p:nvPicPr>
            <p:cNvPr id="195" name="Picture 6">
              <a:extLst>
                <a:ext uri="{FF2B5EF4-FFF2-40B4-BE49-F238E27FC236}">
                  <a16:creationId xmlns:a16="http://schemas.microsoft.com/office/drawing/2014/main" id="{ADBDFA70-0175-287B-AD06-0EC9D7809AB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213" name="Gruppieren 2144">
            <a:extLst>
              <a:ext uri="{FF2B5EF4-FFF2-40B4-BE49-F238E27FC236}">
                <a16:creationId xmlns:a16="http://schemas.microsoft.com/office/drawing/2014/main" id="{B45CE66B-12AF-4E21-B36F-8A463432685B}"/>
              </a:ext>
            </a:extLst>
          </p:cNvPr>
          <p:cNvGrpSpPr/>
          <p:nvPr/>
        </p:nvGrpSpPr>
        <p:grpSpPr>
          <a:xfrm>
            <a:off x="5525800" y="7853096"/>
            <a:ext cx="297484" cy="137286"/>
            <a:chOff x="1745981" y="6366497"/>
            <a:chExt cx="297484" cy="137286"/>
          </a:xfrm>
        </p:grpSpPr>
        <p:sp>
          <p:nvSpPr>
            <p:cNvPr id="214" name="Rechteck: abgerundete Ecken 2145">
              <a:extLst>
                <a:ext uri="{FF2B5EF4-FFF2-40B4-BE49-F238E27FC236}">
                  <a16:creationId xmlns:a16="http://schemas.microsoft.com/office/drawing/2014/main" id="{F3657A1A-668D-8C07-6355-BF33C2243729}"/>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215" name="Picture 6">
              <a:extLst>
                <a:ext uri="{FF2B5EF4-FFF2-40B4-BE49-F238E27FC236}">
                  <a16:creationId xmlns:a16="http://schemas.microsoft.com/office/drawing/2014/main" id="{8FDC8C1A-643C-D156-E9D7-99CEC93CA2B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216" name="Gruppieren 2144">
            <a:extLst>
              <a:ext uri="{FF2B5EF4-FFF2-40B4-BE49-F238E27FC236}">
                <a16:creationId xmlns:a16="http://schemas.microsoft.com/office/drawing/2014/main" id="{9FB01177-368E-523C-8064-11FF60CE02CA}"/>
              </a:ext>
            </a:extLst>
          </p:cNvPr>
          <p:cNvGrpSpPr/>
          <p:nvPr/>
        </p:nvGrpSpPr>
        <p:grpSpPr>
          <a:xfrm>
            <a:off x="5498621" y="7490415"/>
            <a:ext cx="297484" cy="137286"/>
            <a:chOff x="1745981" y="6366497"/>
            <a:chExt cx="297484" cy="137286"/>
          </a:xfrm>
        </p:grpSpPr>
        <p:sp>
          <p:nvSpPr>
            <p:cNvPr id="217" name="Rechteck: abgerundete Ecken 2145">
              <a:extLst>
                <a:ext uri="{FF2B5EF4-FFF2-40B4-BE49-F238E27FC236}">
                  <a16:creationId xmlns:a16="http://schemas.microsoft.com/office/drawing/2014/main" id="{6CCF14C2-678C-1D3B-6198-9121EBB467ED}"/>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218" name="Picture 6">
              <a:extLst>
                <a:ext uri="{FF2B5EF4-FFF2-40B4-BE49-F238E27FC236}">
                  <a16:creationId xmlns:a16="http://schemas.microsoft.com/office/drawing/2014/main" id="{C24C841C-E1D2-FDCE-E9CD-3BFD6DA0A3A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219" name="Gruppieren 2144">
            <a:extLst>
              <a:ext uri="{FF2B5EF4-FFF2-40B4-BE49-F238E27FC236}">
                <a16:creationId xmlns:a16="http://schemas.microsoft.com/office/drawing/2014/main" id="{8D3E6D14-B27F-265A-9C9C-B722B138F1A1}"/>
              </a:ext>
            </a:extLst>
          </p:cNvPr>
          <p:cNvGrpSpPr/>
          <p:nvPr/>
        </p:nvGrpSpPr>
        <p:grpSpPr>
          <a:xfrm>
            <a:off x="5529192" y="7128511"/>
            <a:ext cx="297484" cy="137286"/>
            <a:chOff x="1745981" y="6366497"/>
            <a:chExt cx="297484" cy="137286"/>
          </a:xfrm>
        </p:grpSpPr>
        <p:sp>
          <p:nvSpPr>
            <p:cNvPr id="220" name="Rechteck: abgerundete Ecken 2145">
              <a:extLst>
                <a:ext uri="{FF2B5EF4-FFF2-40B4-BE49-F238E27FC236}">
                  <a16:creationId xmlns:a16="http://schemas.microsoft.com/office/drawing/2014/main" id="{C9731480-BE02-12E0-CF61-DF8DE1FAC02A}"/>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221" name="Picture 6">
              <a:extLst>
                <a:ext uri="{FF2B5EF4-FFF2-40B4-BE49-F238E27FC236}">
                  <a16:creationId xmlns:a16="http://schemas.microsoft.com/office/drawing/2014/main" id="{100ACE37-6F36-E2E8-00DC-9157799127FE}"/>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pSp>
        <p:nvGrpSpPr>
          <p:cNvPr id="222" name="Gruppieren 2144">
            <a:extLst>
              <a:ext uri="{FF2B5EF4-FFF2-40B4-BE49-F238E27FC236}">
                <a16:creationId xmlns:a16="http://schemas.microsoft.com/office/drawing/2014/main" id="{017A609D-5F0F-3E90-8BD7-EABE2ED6FE41}"/>
              </a:ext>
            </a:extLst>
          </p:cNvPr>
          <p:cNvGrpSpPr/>
          <p:nvPr/>
        </p:nvGrpSpPr>
        <p:grpSpPr>
          <a:xfrm>
            <a:off x="5542813" y="6800919"/>
            <a:ext cx="297484" cy="137286"/>
            <a:chOff x="1745981" y="6366497"/>
            <a:chExt cx="297484" cy="137286"/>
          </a:xfrm>
        </p:grpSpPr>
        <p:sp>
          <p:nvSpPr>
            <p:cNvPr id="223" name="Rechteck: abgerundete Ecken 2145">
              <a:extLst>
                <a:ext uri="{FF2B5EF4-FFF2-40B4-BE49-F238E27FC236}">
                  <a16:creationId xmlns:a16="http://schemas.microsoft.com/office/drawing/2014/main" id="{570CEEBC-E3C4-9427-4065-B0BCC1EABA64}"/>
                </a:ext>
              </a:extLst>
            </p:cNvPr>
            <p:cNvSpPr/>
            <p:nvPr/>
          </p:nvSpPr>
          <p:spPr>
            <a:xfrm>
              <a:off x="1745981" y="6366497"/>
              <a:ext cx="297484" cy="137286"/>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de-DE" sz="900" dirty="0">
                <a:solidFill>
                  <a:sysClr val="windowText" lastClr="000000"/>
                </a:solidFill>
              </a:endParaRPr>
            </a:p>
          </p:txBody>
        </p:sp>
        <p:pic>
          <p:nvPicPr>
            <p:cNvPr id="224" name="Picture 6">
              <a:extLst>
                <a:ext uri="{FF2B5EF4-FFF2-40B4-BE49-F238E27FC236}">
                  <a16:creationId xmlns:a16="http://schemas.microsoft.com/office/drawing/2014/main" id="{D34CB243-29D1-430C-CBFF-EC55E5FEDCC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908585" y="6368091"/>
              <a:ext cx="123912" cy="123912"/>
            </a:xfrm>
            <a:prstGeom prst="rect">
              <a:avLst/>
            </a:prstGeom>
          </p:spPr>
        </p:pic>
      </p:grpSp>
      <p:graphicFrame>
        <p:nvGraphicFramePr>
          <p:cNvPr id="1754" name="Tabelle 1753">
            <a:extLst>
              <a:ext uri="{FF2B5EF4-FFF2-40B4-BE49-F238E27FC236}">
                <a16:creationId xmlns:a16="http://schemas.microsoft.com/office/drawing/2014/main" id="{C2FFF125-D8C4-36BC-18BC-C1368AF3033D}"/>
              </a:ext>
            </a:extLst>
          </p:cNvPr>
          <p:cNvGraphicFramePr>
            <a:graphicFrameLocks/>
          </p:cNvGraphicFramePr>
          <p:nvPr>
            <p:extLst>
              <p:ext uri="{D42A27DB-BD31-4B8C-83A1-F6EECF244321}">
                <p14:modId xmlns:p14="http://schemas.microsoft.com/office/powerpoint/2010/main" val="581154806"/>
              </p:ext>
            </p:extLst>
          </p:nvPr>
        </p:nvGraphicFramePr>
        <p:xfrm>
          <a:off x="3927148" y="5916174"/>
          <a:ext cx="3287675" cy="3446830"/>
        </p:xfrm>
        <a:graphic>
          <a:graphicData uri="http://schemas.openxmlformats.org/drawingml/2006/table">
            <a:tbl>
              <a:tblPr/>
              <a:tblGrid>
                <a:gridCol w="657535">
                  <a:extLst>
                    <a:ext uri="{9D8B030D-6E8A-4147-A177-3AD203B41FA5}">
                      <a16:colId xmlns:a16="http://schemas.microsoft.com/office/drawing/2014/main" val="3935564523"/>
                    </a:ext>
                  </a:extLst>
                </a:gridCol>
                <a:gridCol w="657535">
                  <a:extLst>
                    <a:ext uri="{9D8B030D-6E8A-4147-A177-3AD203B41FA5}">
                      <a16:colId xmlns:a16="http://schemas.microsoft.com/office/drawing/2014/main" val="1416093164"/>
                    </a:ext>
                  </a:extLst>
                </a:gridCol>
                <a:gridCol w="657535">
                  <a:extLst>
                    <a:ext uri="{9D8B030D-6E8A-4147-A177-3AD203B41FA5}">
                      <a16:colId xmlns:a16="http://schemas.microsoft.com/office/drawing/2014/main" val="1713105741"/>
                    </a:ext>
                  </a:extLst>
                </a:gridCol>
                <a:gridCol w="657535">
                  <a:extLst>
                    <a:ext uri="{9D8B030D-6E8A-4147-A177-3AD203B41FA5}">
                      <a16:colId xmlns:a16="http://schemas.microsoft.com/office/drawing/2014/main" val="2308491657"/>
                    </a:ext>
                  </a:extLst>
                </a:gridCol>
                <a:gridCol w="657535">
                  <a:extLst>
                    <a:ext uri="{9D8B030D-6E8A-4147-A177-3AD203B41FA5}">
                      <a16:colId xmlns:a16="http://schemas.microsoft.com/office/drawing/2014/main" val="4064175999"/>
                    </a:ext>
                  </a:extLst>
                </a:gridCol>
              </a:tblGrid>
              <a:tr h="344683">
                <a:tc>
                  <a:txBody>
                    <a:bodyPr/>
                    <a:lstStyle/>
                    <a:p>
                      <a:pPr algn="ctr" rtl="0" fontAlgn="b">
                        <a:buNone/>
                      </a:pPr>
                      <a:r>
                        <a:rPr lang="de-DE" sz="1000" b="1" i="0" baseline="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9230808"/>
                  </a:ext>
                </a:extLst>
              </a:tr>
              <a:tr h="344683">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solidFill>
                            <a:schemeClr val="tx1"/>
                          </a:solidFill>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338801"/>
                  </a:ext>
                </a:extLst>
              </a:tr>
              <a:tr h="344683">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3132993"/>
                  </a:ext>
                </a:extLst>
              </a:tr>
              <a:tr h="344683">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5865098"/>
                  </a:ext>
                </a:extLst>
              </a:tr>
              <a:tr h="344683">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-8</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9572818"/>
                  </a:ext>
                </a:extLst>
              </a:tr>
              <a:tr h="344683">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-3</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7789321"/>
                  </a:ext>
                </a:extLst>
              </a:tr>
              <a:tr h="344683">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0</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2539343"/>
                  </a:ext>
                </a:extLst>
              </a:tr>
              <a:tr h="344683">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-14</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314834"/>
                  </a:ext>
                </a:extLst>
              </a:tr>
              <a:tr h="344683">
                <a:tc>
                  <a:txBody>
                    <a:bodyPr/>
                    <a:lstStyle/>
                    <a:p>
                      <a:pPr algn="ctr" rtl="0" fontAlgn="b">
                        <a:buNone/>
                      </a:pPr>
                      <a:r>
                        <a:rPr lang="de-DE" sz="1000" b="1" i="0" baseline="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-5</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2</a:t>
                      </a:r>
                    </a:p>
                  </a:txBody>
                  <a:tcPr marL="16305" marR="16305" marT="10870" marB="1087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6194553"/>
                  </a:ext>
                </a:extLst>
              </a:tr>
              <a:tr h="344683">
                <a:tc>
                  <a:txBody>
                    <a:bodyPr/>
                    <a:lstStyle/>
                    <a:p>
                      <a:pPr algn="ctr" rtl="0" fontAlgn="b">
                        <a:buNone/>
                      </a:pPr>
                      <a:r>
                        <a:rPr lang="de-DE" sz="1000" b="1" i="0" baseline="0" dirty="0">
                          <a:effectLst/>
                        </a:rPr>
                        <a:t>-2</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-6</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de-DE" sz="1000" b="1" i="0" baseline="0" dirty="0">
                          <a:effectLst/>
                        </a:rPr>
                        <a:t>-18</a:t>
                      </a:r>
                    </a:p>
                  </a:txBody>
                  <a:tcPr marL="19050" marR="19050" marT="12700" marB="1270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endParaRPr lang="de-DE" sz="1000" b="1" i="0" baseline="0" dirty="0">
                        <a:effectLst/>
                      </a:endParaRPr>
                    </a:p>
                  </a:txBody>
                  <a:tcPr marL="16305" marR="16305" marT="10870" marB="1087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8866519"/>
                  </a:ext>
                </a:extLst>
              </a:tr>
            </a:tbl>
          </a:graphicData>
        </a:graphic>
      </p:graphicFrame>
      <p:sp>
        <p:nvSpPr>
          <p:cNvPr id="257" name="Rechteck: abgerundete Ecken 1794">
            <a:extLst>
              <a:ext uri="{FF2B5EF4-FFF2-40B4-BE49-F238E27FC236}">
                <a16:creationId xmlns:a16="http://schemas.microsoft.com/office/drawing/2014/main" id="{0665C346-69A5-4F28-DDF5-4F70869808B4}"/>
              </a:ext>
            </a:extLst>
          </p:cNvPr>
          <p:cNvSpPr/>
          <p:nvPr/>
        </p:nvSpPr>
        <p:spPr>
          <a:xfrm flipV="1">
            <a:off x="10805452" y="2402638"/>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0" name="Rechteck: abgerundete Ecken 1794">
            <a:extLst>
              <a:ext uri="{FF2B5EF4-FFF2-40B4-BE49-F238E27FC236}">
                <a16:creationId xmlns:a16="http://schemas.microsoft.com/office/drawing/2014/main" id="{204A5A03-67D2-6DA6-D7EE-A4B19FEBA22B}"/>
              </a:ext>
            </a:extLst>
          </p:cNvPr>
          <p:cNvSpPr/>
          <p:nvPr/>
        </p:nvSpPr>
        <p:spPr>
          <a:xfrm flipV="1">
            <a:off x="11053565" y="2402239"/>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3" name="Rechteck: abgerundete Ecken 1794">
            <a:extLst>
              <a:ext uri="{FF2B5EF4-FFF2-40B4-BE49-F238E27FC236}">
                <a16:creationId xmlns:a16="http://schemas.microsoft.com/office/drawing/2014/main" id="{FE79925E-58E2-66F7-CC63-BA3BC954C02E}"/>
              </a:ext>
            </a:extLst>
          </p:cNvPr>
          <p:cNvSpPr/>
          <p:nvPr/>
        </p:nvSpPr>
        <p:spPr>
          <a:xfrm flipV="1">
            <a:off x="11301678" y="2401840"/>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6" name="Rechteck: abgerundete Ecken 1794">
            <a:extLst>
              <a:ext uri="{FF2B5EF4-FFF2-40B4-BE49-F238E27FC236}">
                <a16:creationId xmlns:a16="http://schemas.microsoft.com/office/drawing/2014/main" id="{5EBD3D83-BC9C-3D44-280C-E1199D2DAEF1}"/>
              </a:ext>
            </a:extLst>
          </p:cNvPr>
          <p:cNvSpPr/>
          <p:nvPr/>
        </p:nvSpPr>
        <p:spPr>
          <a:xfrm flipV="1">
            <a:off x="11549791" y="2401441"/>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69" name="Rechteck: abgerundete Ecken 1794">
            <a:extLst>
              <a:ext uri="{FF2B5EF4-FFF2-40B4-BE49-F238E27FC236}">
                <a16:creationId xmlns:a16="http://schemas.microsoft.com/office/drawing/2014/main" id="{D527381F-FB7B-BF6E-B392-F491003D85A8}"/>
              </a:ext>
            </a:extLst>
          </p:cNvPr>
          <p:cNvSpPr/>
          <p:nvPr/>
        </p:nvSpPr>
        <p:spPr>
          <a:xfrm flipV="1">
            <a:off x="11797904" y="2401042"/>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3" name="Rechteck: abgerundete Ecken 1794">
            <a:extLst>
              <a:ext uri="{FF2B5EF4-FFF2-40B4-BE49-F238E27FC236}">
                <a16:creationId xmlns:a16="http://schemas.microsoft.com/office/drawing/2014/main" id="{6265853F-F1BE-DCD3-5F37-3A8507AFF506}"/>
              </a:ext>
            </a:extLst>
          </p:cNvPr>
          <p:cNvSpPr/>
          <p:nvPr/>
        </p:nvSpPr>
        <p:spPr>
          <a:xfrm flipV="1">
            <a:off x="12046017" y="2400643"/>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4" name="Rechteck: abgerundete Ecken 1794">
            <a:extLst>
              <a:ext uri="{FF2B5EF4-FFF2-40B4-BE49-F238E27FC236}">
                <a16:creationId xmlns:a16="http://schemas.microsoft.com/office/drawing/2014/main" id="{604396BA-08AD-69BB-8EBC-6388A7BA566D}"/>
              </a:ext>
            </a:extLst>
          </p:cNvPr>
          <p:cNvSpPr/>
          <p:nvPr/>
        </p:nvSpPr>
        <p:spPr>
          <a:xfrm flipV="1">
            <a:off x="12294130" y="2400244"/>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5" name="Rechteck: abgerundete Ecken 1794">
            <a:extLst>
              <a:ext uri="{FF2B5EF4-FFF2-40B4-BE49-F238E27FC236}">
                <a16:creationId xmlns:a16="http://schemas.microsoft.com/office/drawing/2014/main" id="{651BEA09-7BA5-F306-2872-1DDDA7110825}"/>
              </a:ext>
            </a:extLst>
          </p:cNvPr>
          <p:cNvSpPr/>
          <p:nvPr/>
        </p:nvSpPr>
        <p:spPr>
          <a:xfrm flipV="1">
            <a:off x="12542243" y="2399845"/>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6" name="Rechteck: abgerundete Ecken 1794">
            <a:extLst>
              <a:ext uri="{FF2B5EF4-FFF2-40B4-BE49-F238E27FC236}">
                <a16:creationId xmlns:a16="http://schemas.microsoft.com/office/drawing/2014/main" id="{9FC39853-FD2D-170C-418E-D667F37BD17E}"/>
              </a:ext>
            </a:extLst>
          </p:cNvPr>
          <p:cNvSpPr/>
          <p:nvPr/>
        </p:nvSpPr>
        <p:spPr>
          <a:xfrm flipV="1">
            <a:off x="12790356" y="2399446"/>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7" name="Rechteck: abgerundete Ecken 1794">
            <a:extLst>
              <a:ext uri="{FF2B5EF4-FFF2-40B4-BE49-F238E27FC236}">
                <a16:creationId xmlns:a16="http://schemas.microsoft.com/office/drawing/2014/main" id="{1584AD08-17CD-D93E-D7FC-8DC669156390}"/>
              </a:ext>
            </a:extLst>
          </p:cNvPr>
          <p:cNvSpPr/>
          <p:nvPr/>
        </p:nvSpPr>
        <p:spPr>
          <a:xfrm flipV="1">
            <a:off x="13038469" y="2399047"/>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8" name="Rechteck: abgerundete Ecken 1794">
            <a:extLst>
              <a:ext uri="{FF2B5EF4-FFF2-40B4-BE49-F238E27FC236}">
                <a16:creationId xmlns:a16="http://schemas.microsoft.com/office/drawing/2014/main" id="{E9F9A05F-D35E-CF85-6FFD-E9134A656A4F}"/>
              </a:ext>
            </a:extLst>
          </p:cNvPr>
          <p:cNvSpPr/>
          <p:nvPr/>
        </p:nvSpPr>
        <p:spPr>
          <a:xfrm flipV="1">
            <a:off x="13286582" y="2398648"/>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79" name="Rechteck: abgerundete Ecken 1794">
            <a:extLst>
              <a:ext uri="{FF2B5EF4-FFF2-40B4-BE49-F238E27FC236}">
                <a16:creationId xmlns:a16="http://schemas.microsoft.com/office/drawing/2014/main" id="{99395DFE-2483-FFB4-AA97-8273BBF1BD25}"/>
              </a:ext>
            </a:extLst>
          </p:cNvPr>
          <p:cNvSpPr/>
          <p:nvPr/>
        </p:nvSpPr>
        <p:spPr>
          <a:xfrm flipV="1">
            <a:off x="13534695" y="2398249"/>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80" name="Rechteck: abgerundete Ecken 1794">
            <a:extLst>
              <a:ext uri="{FF2B5EF4-FFF2-40B4-BE49-F238E27FC236}">
                <a16:creationId xmlns:a16="http://schemas.microsoft.com/office/drawing/2014/main" id="{2181D571-4024-05C5-3CAB-21A1484DBE1D}"/>
              </a:ext>
            </a:extLst>
          </p:cNvPr>
          <p:cNvSpPr/>
          <p:nvPr/>
        </p:nvSpPr>
        <p:spPr>
          <a:xfrm flipV="1">
            <a:off x="13782808" y="2397850"/>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pic>
        <p:nvPicPr>
          <p:cNvPr id="294" name="Grafik 2103">
            <a:extLst>
              <a:ext uri="{FF2B5EF4-FFF2-40B4-BE49-F238E27FC236}">
                <a16:creationId xmlns:a16="http://schemas.microsoft.com/office/drawing/2014/main" id="{D783AEF2-51CC-B58B-EBFE-539C260D162F}"/>
              </a:ext>
            </a:extLst>
          </p:cNvPr>
          <p:cNvPicPr>
            <a:picLocks noChangeAspect="1"/>
          </p:cNvPicPr>
          <p:nvPr/>
        </p:nvPicPr>
        <p:blipFill>
          <a:blip r:embed="rId3"/>
          <a:srcRect t="4690" b="5649"/>
          <a:stretch>
            <a:fillRect/>
          </a:stretch>
        </p:blipFill>
        <p:spPr>
          <a:xfrm rot="5400000">
            <a:off x="12064433" y="704145"/>
            <a:ext cx="1571946" cy="5157351"/>
          </a:xfrm>
          <a:prstGeom prst="rect">
            <a:avLst/>
          </a:prstGeom>
        </p:spPr>
      </p:pic>
      <p:sp>
        <p:nvSpPr>
          <p:cNvPr id="281" name="Rechteck: abgerundete Ecken 1794">
            <a:extLst>
              <a:ext uri="{FF2B5EF4-FFF2-40B4-BE49-F238E27FC236}">
                <a16:creationId xmlns:a16="http://schemas.microsoft.com/office/drawing/2014/main" id="{328DE23C-8102-0852-9E9E-EF92164533A9}"/>
              </a:ext>
            </a:extLst>
          </p:cNvPr>
          <p:cNvSpPr/>
          <p:nvPr/>
        </p:nvSpPr>
        <p:spPr>
          <a:xfrm flipV="1">
            <a:off x="14030921" y="2397451"/>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82" name="Rechteck: abgerundete Ecken 1794">
            <a:extLst>
              <a:ext uri="{FF2B5EF4-FFF2-40B4-BE49-F238E27FC236}">
                <a16:creationId xmlns:a16="http://schemas.microsoft.com/office/drawing/2014/main" id="{7E4EE19B-DA45-7D33-F181-A7B5789FF449}"/>
              </a:ext>
            </a:extLst>
          </p:cNvPr>
          <p:cNvSpPr/>
          <p:nvPr/>
        </p:nvSpPr>
        <p:spPr>
          <a:xfrm flipV="1">
            <a:off x="14279034" y="2397052"/>
            <a:ext cx="217182" cy="217182"/>
          </a:xfrm>
          <a:prstGeom prst="roundRect">
            <a:avLst/>
          </a:prstGeom>
          <a:solidFill>
            <a:srgbClr val="FFFFF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sz="1600" dirty="0">
              <a:solidFill>
                <a:sysClr val="windowText" lastClr="000000"/>
              </a:solidFill>
            </a:endParaRPr>
          </a:p>
        </p:txBody>
      </p:sp>
      <p:sp>
        <p:nvSpPr>
          <p:cNvPr id="2106" name="Rechteck: abgerundete Ecken 2105">
            <a:extLst>
              <a:ext uri="{FF2B5EF4-FFF2-40B4-BE49-F238E27FC236}">
                <a16:creationId xmlns:a16="http://schemas.microsoft.com/office/drawing/2014/main" id="{BFDE5821-EA0E-904D-00FB-B72DB3AB2485}"/>
              </a:ext>
            </a:extLst>
          </p:cNvPr>
          <p:cNvSpPr/>
          <p:nvPr/>
        </p:nvSpPr>
        <p:spPr>
          <a:xfrm>
            <a:off x="5631089" y="2779792"/>
            <a:ext cx="977144"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0</a:t>
            </a:r>
          </a:p>
        </p:txBody>
      </p:sp>
      <p:pic>
        <p:nvPicPr>
          <p:cNvPr id="2107" name="Picture 6">
            <a:extLst>
              <a:ext uri="{FF2B5EF4-FFF2-40B4-BE49-F238E27FC236}">
                <a16:creationId xmlns:a16="http://schemas.microsoft.com/office/drawing/2014/main" id="{CC585B36-C990-318A-0A6F-3388095C031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5840456" y="2775822"/>
            <a:ext cx="179110" cy="179110"/>
          </a:xfrm>
          <a:prstGeom prst="rect">
            <a:avLst/>
          </a:prstGeom>
        </p:spPr>
      </p:pic>
      <p:sp>
        <p:nvSpPr>
          <p:cNvPr id="296" name="Rechteck: abgerundete Ecken 2105">
            <a:extLst>
              <a:ext uri="{FF2B5EF4-FFF2-40B4-BE49-F238E27FC236}">
                <a16:creationId xmlns:a16="http://schemas.microsoft.com/office/drawing/2014/main" id="{02F6E33F-0D64-C738-8A6A-F8BB48907BD7}"/>
              </a:ext>
            </a:extLst>
          </p:cNvPr>
          <p:cNvSpPr/>
          <p:nvPr/>
        </p:nvSpPr>
        <p:spPr>
          <a:xfrm>
            <a:off x="6617455" y="2779022"/>
            <a:ext cx="195716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-1</a:t>
            </a:r>
          </a:p>
        </p:txBody>
      </p:sp>
      <p:pic>
        <p:nvPicPr>
          <p:cNvPr id="298" name="Picture 6">
            <a:extLst>
              <a:ext uri="{FF2B5EF4-FFF2-40B4-BE49-F238E27FC236}">
                <a16:creationId xmlns:a16="http://schemas.microsoft.com/office/drawing/2014/main" id="{47D3CB72-45A5-E2C5-34EC-01E758F48BD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876045" y="2792411"/>
            <a:ext cx="179110" cy="179110"/>
          </a:xfrm>
          <a:prstGeom prst="rect">
            <a:avLst/>
          </a:prstGeom>
        </p:spPr>
      </p:pic>
      <p:sp>
        <p:nvSpPr>
          <p:cNvPr id="300" name="Rechteck: abgerundete Ecken 2105">
            <a:extLst>
              <a:ext uri="{FF2B5EF4-FFF2-40B4-BE49-F238E27FC236}">
                <a16:creationId xmlns:a16="http://schemas.microsoft.com/office/drawing/2014/main" id="{02A01E62-DBC3-9F14-7C91-2FBCAD9CD51D}"/>
              </a:ext>
            </a:extLst>
          </p:cNvPr>
          <p:cNvSpPr/>
          <p:nvPr/>
        </p:nvSpPr>
        <p:spPr>
          <a:xfrm>
            <a:off x="8577286" y="2777333"/>
            <a:ext cx="1216531"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-2</a:t>
            </a:r>
          </a:p>
        </p:txBody>
      </p:sp>
      <p:pic>
        <p:nvPicPr>
          <p:cNvPr id="303" name="Picture 6">
            <a:extLst>
              <a:ext uri="{FF2B5EF4-FFF2-40B4-BE49-F238E27FC236}">
                <a16:creationId xmlns:a16="http://schemas.microsoft.com/office/drawing/2014/main" id="{1E72EE6E-4644-AF20-5855-CFBBC61E8BF4}"/>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827424" y="2775822"/>
            <a:ext cx="179110" cy="179110"/>
          </a:xfrm>
          <a:prstGeom prst="rect">
            <a:avLst/>
          </a:prstGeom>
        </p:spPr>
      </p:pic>
      <p:sp>
        <p:nvSpPr>
          <p:cNvPr id="305" name="Rechteck: abgerundete Ecken 2105">
            <a:extLst>
              <a:ext uri="{FF2B5EF4-FFF2-40B4-BE49-F238E27FC236}">
                <a16:creationId xmlns:a16="http://schemas.microsoft.com/office/drawing/2014/main" id="{6656C975-CCC1-B835-72CB-45B5B3119C7F}"/>
              </a:ext>
            </a:extLst>
          </p:cNvPr>
          <p:cNvSpPr/>
          <p:nvPr/>
        </p:nvSpPr>
        <p:spPr>
          <a:xfrm>
            <a:off x="9796755" y="2781649"/>
            <a:ext cx="1743312"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-3</a:t>
            </a:r>
          </a:p>
        </p:txBody>
      </p:sp>
      <p:pic>
        <p:nvPicPr>
          <p:cNvPr id="309" name="Picture 6">
            <a:extLst>
              <a:ext uri="{FF2B5EF4-FFF2-40B4-BE49-F238E27FC236}">
                <a16:creationId xmlns:a16="http://schemas.microsoft.com/office/drawing/2014/main" id="{8B6D805D-E34C-2E56-B2ED-E6C673FB8687}"/>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073462" y="2775822"/>
            <a:ext cx="179110" cy="179110"/>
          </a:xfrm>
          <a:prstGeom prst="rect">
            <a:avLst/>
          </a:prstGeom>
        </p:spPr>
      </p:pic>
      <p:sp>
        <p:nvSpPr>
          <p:cNvPr id="311" name="Rechteck: abgerundete Ecken 2105">
            <a:extLst>
              <a:ext uri="{FF2B5EF4-FFF2-40B4-BE49-F238E27FC236}">
                <a16:creationId xmlns:a16="http://schemas.microsoft.com/office/drawing/2014/main" id="{3CD72342-835C-A3B3-9E87-5C1DDC97416F}"/>
              </a:ext>
            </a:extLst>
          </p:cNvPr>
          <p:cNvSpPr/>
          <p:nvPr/>
        </p:nvSpPr>
        <p:spPr>
          <a:xfrm>
            <a:off x="11539815" y="2781649"/>
            <a:ext cx="1475568"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-4</a:t>
            </a:r>
          </a:p>
        </p:txBody>
      </p:sp>
      <p:pic>
        <p:nvPicPr>
          <p:cNvPr id="313" name="Picture 6">
            <a:extLst>
              <a:ext uri="{FF2B5EF4-FFF2-40B4-BE49-F238E27FC236}">
                <a16:creationId xmlns:a16="http://schemas.microsoft.com/office/drawing/2014/main" id="{315B806D-5BB6-01BE-9FF5-D8C29DC7429B}"/>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784362" y="2775822"/>
            <a:ext cx="179110" cy="179110"/>
          </a:xfrm>
          <a:prstGeom prst="rect">
            <a:avLst/>
          </a:prstGeom>
        </p:spPr>
      </p:pic>
      <p:sp>
        <p:nvSpPr>
          <p:cNvPr id="315" name="Rechteck: abgerundete Ecken 2105">
            <a:extLst>
              <a:ext uri="{FF2B5EF4-FFF2-40B4-BE49-F238E27FC236}">
                <a16:creationId xmlns:a16="http://schemas.microsoft.com/office/drawing/2014/main" id="{F8D65B3A-C202-71ED-4F3D-AB914A6DF27F}"/>
              </a:ext>
            </a:extLst>
          </p:cNvPr>
          <p:cNvSpPr/>
          <p:nvPr/>
        </p:nvSpPr>
        <p:spPr>
          <a:xfrm>
            <a:off x="13015132" y="2776334"/>
            <a:ext cx="1475568" cy="202913"/>
          </a:xfrm>
          <a:prstGeom prst="roundRect">
            <a:avLst>
              <a:gd name="adj" fmla="val 50000"/>
            </a:avLst>
          </a:prstGeom>
          <a:solidFill>
            <a:srgbClr val="C7DDBA"/>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de-DE" sz="1100" dirty="0">
                <a:solidFill>
                  <a:sysClr val="windowText" lastClr="000000"/>
                </a:solidFill>
              </a:rPr>
              <a:t>  -5</a:t>
            </a:r>
          </a:p>
        </p:txBody>
      </p:sp>
      <p:pic>
        <p:nvPicPr>
          <p:cNvPr id="317" name="Picture 6">
            <a:extLst>
              <a:ext uri="{FF2B5EF4-FFF2-40B4-BE49-F238E27FC236}">
                <a16:creationId xmlns:a16="http://schemas.microsoft.com/office/drawing/2014/main" id="{B2EB54B0-12C4-89FC-2501-99428C0173B0}"/>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3283127" y="2775822"/>
            <a:ext cx="179110" cy="179110"/>
          </a:xfrm>
          <a:prstGeom prst="rect">
            <a:avLst/>
          </a:prstGeom>
        </p:spPr>
      </p:pic>
      <p:sp>
        <p:nvSpPr>
          <p:cNvPr id="322" name="Grafik 121" descr="Strommast mit einfarbiger Füllung">
            <a:extLst>
              <a:ext uri="{FF2B5EF4-FFF2-40B4-BE49-F238E27FC236}">
                <a16:creationId xmlns:a16="http://schemas.microsoft.com/office/drawing/2014/main" id="{DE67FD7F-C309-CE61-C1B5-BA3099E5FDB3}"/>
              </a:ext>
            </a:extLst>
          </p:cNvPr>
          <p:cNvSpPr/>
          <p:nvPr/>
        </p:nvSpPr>
        <p:spPr>
          <a:xfrm>
            <a:off x="7380260" y="9206830"/>
            <a:ext cx="114053" cy="17814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sp>
        <p:nvSpPr>
          <p:cNvPr id="324" name="Grafik 121" descr="Strommast mit einfarbiger Füllung">
            <a:extLst>
              <a:ext uri="{FF2B5EF4-FFF2-40B4-BE49-F238E27FC236}">
                <a16:creationId xmlns:a16="http://schemas.microsoft.com/office/drawing/2014/main" id="{372087F4-FACE-082E-2706-9C376D4D1748}"/>
              </a:ext>
            </a:extLst>
          </p:cNvPr>
          <p:cNvSpPr/>
          <p:nvPr/>
        </p:nvSpPr>
        <p:spPr>
          <a:xfrm>
            <a:off x="7761263" y="9215295"/>
            <a:ext cx="114053" cy="17814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sp>
        <p:nvSpPr>
          <p:cNvPr id="326" name="Grafik 121" descr="Strommast mit einfarbiger Füllung">
            <a:extLst>
              <a:ext uri="{FF2B5EF4-FFF2-40B4-BE49-F238E27FC236}">
                <a16:creationId xmlns:a16="http://schemas.microsoft.com/office/drawing/2014/main" id="{61820CD2-C4C7-720D-DB59-9DCE72313D14}"/>
              </a:ext>
            </a:extLst>
          </p:cNvPr>
          <p:cNvSpPr/>
          <p:nvPr/>
        </p:nvSpPr>
        <p:spPr>
          <a:xfrm>
            <a:off x="8142266" y="9223760"/>
            <a:ext cx="114053" cy="17814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sp>
        <p:nvSpPr>
          <p:cNvPr id="328" name="Grafik 121" descr="Strommast mit einfarbiger Füllung">
            <a:extLst>
              <a:ext uri="{FF2B5EF4-FFF2-40B4-BE49-F238E27FC236}">
                <a16:creationId xmlns:a16="http://schemas.microsoft.com/office/drawing/2014/main" id="{20B4D15A-A288-20B5-CC25-CA9C2E63918C}"/>
              </a:ext>
            </a:extLst>
          </p:cNvPr>
          <p:cNvSpPr/>
          <p:nvPr/>
        </p:nvSpPr>
        <p:spPr>
          <a:xfrm>
            <a:off x="8523269" y="9232225"/>
            <a:ext cx="114053" cy="17814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sp>
        <p:nvSpPr>
          <p:cNvPr id="330" name="Grafik 121" descr="Strommast mit einfarbiger Füllung">
            <a:extLst>
              <a:ext uri="{FF2B5EF4-FFF2-40B4-BE49-F238E27FC236}">
                <a16:creationId xmlns:a16="http://schemas.microsoft.com/office/drawing/2014/main" id="{3FBF17EF-5766-D53F-A24E-F531C802B3BF}"/>
              </a:ext>
            </a:extLst>
          </p:cNvPr>
          <p:cNvSpPr/>
          <p:nvPr/>
        </p:nvSpPr>
        <p:spPr>
          <a:xfrm>
            <a:off x="8904272" y="9240690"/>
            <a:ext cx="114053" cy="178145"/>
          </a:xfrm>
          <a:custGeom>
            <a:avLst/>
            <a:gdLst>
              <a:gd name="csX0" fmla="*/ 609600 w 628650"/>
              <a:gd name="csY0" fmla="*/ 323860 h 875495"/>
              <a:gd name="csX1" fmla="*/ 628650 w 628650"/>
              <a:gd name="csY1" fmla="*/ 304810 h 875495"/>
              <a:gd name="csX2" fmla="*/ 628650 w 628650"/>
              <a:gd name="csY2" fmla="*/ 257185 h 875495"/>
              <a:gd name="csX3" fmla="*/ 617487 w 628650"/>
              <a:gd name="csY3" fmla="*/ 239840 h 875495"/>
              <a:gd name="csX4" fmla="*/ 407937 w 628650"/>
              <a:gd name="csY4" fmla="*/ 144590 h 875495"/>
              <a:gd name="csX5" fmla="*/ 403422 w 628650"/>
              <a:gd name="csY5" fmla="*/ 143247 h 875495"/>
              <a:gd name="csX6" fmla="*/ 399926 w 628650"/>
              <a:gd name="csY6" fmla="*/ 112186 h 875495"/>
              <a:gd name="csX7" fmla="*/ 396611 w 628650"/>
              <a:gd name="csY7" fmla="*/ 103384 h 875495"/>
              <a:gd name="csX8" fmla="*/ 329936 w 628650"/>
              <a:gd name="csY8" fmla="*/ 8134 h 875495"/>
              <a:gd name="csX9" fmla="*/ 303407 w 628650"/>
              <a:gd name="csY9" fmla="*/ 3440 h 875495"/>
              <a:gd name="csX10" fmla="*/ 298714 w 628650"/>
              <a:gd name="csY10" fmla="*/ 8134 h 875495"/>
              <a:gd name="csX11" fmla="*/ 232039 w 628650"/>
              <a:gd name="csY11" fmla="*/ 103384 h 875495"/>
              <a:gd name="csX12" fmla="*/ 228724 w 628650"/>
              <a:gd name="csY12" fmla="*/ 112186 h 875495"/>
              <a:gd name="csX13" fmla="*/ 225228 w 628650"/>
              <a:gd name="csY13" fmla="*/ 143247 h 875495"/>
              <a:gd name="csX14" fmla="*/ 220713 w 628650"/>
              <a:gd name="csY14" fmla="*/ 144590 h 875495"/>
              <a:gd name="csX15" fmla="*/ 11163 w 628650"/>
              <a:gd name="csY15" fmla="*/ 239840 h 875495"/>
              <a:gd name="csX16" fmla="*/ 0 w 628650"/>
              <a:gd name="csY16" fmla="*/ 257185 h 875495"/>
              <a:gd name="csX17" fmla="*/ 0 w 628650"/>
              <a:gd name="csY17" fmla="*/ 304810 h 875495"/>
              <a:gd name="csX18" fmla="*/ 19050 w 628650"/>
              <a:gd name="csY18" fmla="*/ 323860 h 875495"/>
              <a:gd name="csX19" fmla="*/ 38100 w 628650"/>
              <a:gd name="csY19" fmla="*/ 304810 h 875495"/>
              <a:gd name="csX20" fmla="*/ 38100 w 628650"/>
              <a:gd name="csY20" fmla="*/ 276235 h 875495"/>
              <a:gd name="csX21" fmla="*/ 210322 w 628650"/>
              <a:gd name="csY21" fmla="*/ 276235 h 875495"/>
              <a:gd name="csX22" fmla="*/ 200539 w 628650"/>
              <a:gd name="csY22" fmla="*/ 363331 h 875495"/>
              <a:gd name="csX23" fmla="*/ 11201 w 628650"/>
              <a:gd name="csY23" fmla="*/ 449390 h 875495"/>
              <a:gd name="csX24" fmla="*/ 0 w 628650"/>
              <a:gd name="csY24" fmla="*/ 466735 h 875495"/>
              <a:gd name="csX25" fmla="*/ 0 w 628650"/>
              <a:gd name="csY25" fmla="*/ 514360 h 875495"/>
              <a:gd name="csX26" fmla="*/ 19050 w 628650"/>
              <a:gd name="csY26" fmla="*/ 533410 h 875495"/>
              <a:gd name="csX27" fmla="*/ 38100 w 628650"/>
              <a:gd name="csY27" fmla="*/ 514360 h 875495"/>
              <a:gd name="csX28" fmla="*/ 38100 w 628650"/>
              <a:gd name="csY28" fmla="*/ 485785 h 875495"/>
              <a:gd name="csX29" fmla="*/ 186776 w 628650"/>
              <a:gd name="csY29" fmla="*/ 485785 h 875495"/>
              <a:gd name="csX30" fmla="*/ 181423 w 628650"/>
              <a:gd name="csY30" fmla="*/ 533476 h 875495"/>
              <a:gd name="csX31" fmla="*/ 55455 w 628650"/>
              <a:gd name="csY31" fmla="*/ 848687 h 875495"/>
              <a:gd name="csX32" fmla="*/ 66071 w 628650"/>
              <a:gd name="csY32" fmla="*/ 873447 h 875495"/>
              <a:gd name="csX33" fmla="*/ 80620 w 628650"/>
              <a:gd name="csY33" fmla="*/ 873281 h 875495"/>
              <a:gd name="csX34" fmla="*/ 313858 w 628650"/>
              <a:gd name="csY34" fmla="*/ 773830 h 875495"/>
              <a:gd name="csX35" fmla="*/ 548488 w 628650"/>
              <a:gd name="csY35" fmla="*/ 873957 h 875495"/>
              <a:gd name="csX36" fmla="*/ 573492 w 628650"/>
              <a:gd name="csY36" fmla="*/ 863928 h 875495"/>
              <a:gd name="csX37" fmla="*/ 573662 w 628650"/>
              <a:gd name="csY37" fmla="*/ 849363 h 875495"/>
              <a:gd name="csX38" fmla="*/ 447304 w 628650"/>
              <a:gd name="csY38" fmla="*/ 533486 h 875495"/>
              <a:gd name="csX39" fmla="*/ 441960 w 628650"/>
              <a:gd name="csY39" fmla="*/ 485785 h 875495"/>
              <a:gd name="csX40" fmla="*/ 590550 w 628650"/>
              <a:gd name="csY40" fmla="*/ 485785 h 875495"/>
              <a:gd name="csX41" fmla="*/ 590550 w 628650"/>
              <a:gd name="csY41" fmla="*/ 514360 h 875495"/>
              <a:gd name="csX42" fmla="*/ 609600 w 628650"/>
              <a:gd name="csY42" fmla="*/ 533410 h 875495"/>
              <a:gd name="csX43" fmla="*/ 628650 w 628650"/>
              <a:gd name="csY43" fmla="*/ 514360 h 875495"/>
              <a:gd name="csX44" fmla="*/ 628650 w 628650"/>
              <a:gd name="csY44" fmla="*/ 466735 h 875495"/>
              <a:gd name="csX45" fmla="*/ 617487 w 628650"/>
              <a:gd name="csY45" fmla="*/ 449390 h 875495"/>
              <a:gd name="csX46" fmla="*/ 428187 w 628650"/>
              <a:gd name="csY46" fmla="*/ 363331 h 875495"/>
              <a:gd name="csX47" fmla="*/ 418395 w 628650"/>
              <a:gd name="csY47" fmla="*/ 276235 h 875495"/>
              <a:gd name="csX48" fmla="*/ 590550 w 628650"/>
              <a:gd name="csY48" fmla="*/ 276235 h 875495"/>
              <a:gd name="csX49" fmla="*/ 590550 w 628650"/>
              <a:gd name="csY49" fmla="*/ 304810 h 875495"/>
              <a:gd name="csX50" fmla="*/ 609600 w 628650"/>
              <a:gd name="csY50" fmla="*/ 323860 h 875495"/>
              <a:gd name="csX51" fmla="*/ 259366 w 628650"/>
              <a:gd name="csY51" fmla="*/ 180985 h 875495"/>
              <a:gd name="csX52" fmla="*/ 369360 w 628650"/>
              <a:gd name="csY52" fmla="*/ 180985 h 875495"/>
              <a:gd name="csX53" fmla="*/ 375780 w 628650"/>
              <a:gd name="csY53" fmla="*/ 238135 h 875495"/>
              <a:gd name="csX54" fmla="*/ 252908 w 628650"/>
              <a:gd name="csY54" fmla="*/ 238135 h 875495"/>
              <a:gd name="csX55" fmla="*/ 314325 w 628650"/>
              <a:gd name="csY55" fmla="*/ 52283 h 875495"/>
              <a:gd name="csX56" fmla="*/ 362607 w 628650"/>
              <a:gd name="csY56" fmla="*/ 121253 h 875495"/>
              <a:gd name="csX57" fmla="*/ 365074 w 628650"/>
              <a:gd name="csY57" fmla="*/ 142885 h 875495"/>
              <a:gd name="csX58" fmla="*/ 263642 w 628650"/>
              <a:gd name="csY58" fmla="*/ 142885 h 875495"/>
              <a:gd name="csX59" fmla="*/ 266081 w 628650"/>
              <a:gd name="csY59" fmla="*/ 121253 h 875495"/>
              <a:gd name="csX60" fmla="*/ 107032 w 628650"/>
              <a:gd name="csY60" fmla="*/ 238135 h 875495"/>
              <a:gd name="csX61" fmla="*/ 220380 w 628650"/>
              <a:gd name="csY61" fmla="*/ 186604 h 875495"/>
              <a:gd name="csX62" fmla="*/ 214608 w 628650"/>
              <a:gd name="csY62" fmla="*/ 238135 h 875495"/>
              <a:gd name="csX63" fmla="*/ 399326 w 628650"/>
              <a:gd name="csY63" fmla="*/ 447685 h 875495"/>
              <a:gd name="csX64" fmla="*/ 229400 w 628650"/>
              <a:gd name="csY64" fmla="*/ 447685 h 875495"/>
              <a:gd name="csX65" fmla="*/ 235820 w 628650"/>
              <a:gd name="csY65" fmla="*/ 390535 h 875495"/>
              <a:gd name="csX66" fmla="*/ 392906 w 628650"/>
              <a:gd name="csY66" fmla="*/ 390535 h 875495"/>
              <a:gd name="csX67" fmla="*/ 107032 w 628650"/>
              <a:gd name="csY67" fmla="*/ 447685 h 875495"/>
              <a:gd name="csX68" fmla="*/ 195615 w 628650"/>
              <a:gd name="csY68" fmla="*/ 407432 h 875495"/>
              <a:gd name="csX69" fmla="*/ 191062 w 628650"/>
              <a:gd name="csY69" fmla="*/ 447685 h 875495"/>
              <a:gd name="csX70" fmla="*/ 420053 w 628650"/>
              <a:gd name="csY70" fmla="*/ 568004 h 875495"/>
              <a:gd name="csX71" fmla="*/ 446237 w 628650"/>
              <a:gd name="csY71" fmla="*/ 633422 h 875495"/>
              <a:gd name="csX72" fmla="*/ 360407 w 628650"/>
              <a:gd name="csY72" fmla="*/ 594846 h 875495"/>
              <a:gd name="csX73" fmla="*/ 447104 w 628650"/>
              <a:gd name="csY73" fmla="*/ 675580 h 875495"/>
              <a:gd name="csX74" fmla="*/ 313858 w 628650"/>
              <a:gd name="csY74" fmla="*/ 732406 h 875495"/>
              <a:gd name="csX75" fmla="*/ 180727 w 628650"/>
              <a:gd name="csY75" fmla="*/ 675580 h 875495"/>
              <a:gd name="csX76" fmla="*/ 313934 w 628650"/>
              <a:gd name="csY76" fmla="*/ 615715 h 875495"/>
              <a:gd name="csX77" fmla="*/ 182690 w 628650"/>
              <a:gd name="csY77" fmla="*/ 632917 h 875495"/>
              <a:gd name="csX78" fmla="*/ 208493 w 628650"/>
              <a:gd name="csY78" fmla="*/ 568338 h 875495"/>
              <a:gd name="csX79" fmla="*/ 267433 w 628650"/>
              <a:gd name="csY79" fmla="*/ 594827 h 875495"/>
              <a:gd name="csX80" fmla="*/ 107823 w 628650"/>
              <a:gd name="csY80" fmla="*/ 820246 h 875495"/>
              <a:gd name="csX81" fmla="*/ 153686 w 628650"/>
              <a:gd name="csY81" fmla="*/ 705479 h 875495"/>
              <a:gd name="csX82" fmla="*/ 265281 w 628650"/>
              <a:gd name="csY82" fmla="*/ 753104 h 875495"/>
              <a:gd name="csX83" fmla="*/ 362388 w 628650"/>
              <a:gd name="csY83" fmla="*/ 753123 h 875495"/>
              <a:gd name="csX84" fmla="*/ 474936 w 628650"/>
              <a:gd name="csY84" fmla="*/ 705145 h 875495"/>
              <a:gd name="csX85" fmla="*/ 521237 w 628650"/>
              <a:gd name="csY85" fmla="*/ 820912 h 875495"/>
              <a:gd name="csX86" fmla="*/ 408699 w 628650"/>
              <a:gd name="csY86" fmla="*/ 531343 h 875495"/>
              <a:gd name="csX87" fmla="*/ 313906 w 628650"/>
              <a:gd name="csY87" fmla="*/ 573948 h 875495"/>
              <a:gd name="csX88" fmla="*/ 219932 w 628650"/>
              <a:gd name="csY88" fmla="*/ 531705 h 875495"/>
              <a:gd name="csX89" fmla="*/ 225114 w 628650"/>
              <a:gd name="csY89" fmla="*/ 485785 h 875495"/>
              <a:gd name="csX90" fmla="*/ 403612 w 628650"/>
              <a:gd name="csY90" fmla="*/ 485785 h 875495"/>
              <a:gd name="csX91" fmla="*/ 521694 w 628650"/>
              <a:gd name="csY91" fmla="*/ 447685 h 875495"/>
              <a:gd name="csX92" fmla="*/ 437664 w 628650"/>
              <a:gd name="csY92" fmla="*/ 447685 h 875495"/>
              <a:gd name="csX93" fmla="*/ 433140 w 628650"/>
              <a:gd name="csY93" fmla="*/ 407432 h 875495"/>
              <a:gd name="csX94" fmla="*/ 388620 w 628650"/>
              <a:gd name="csY94" fmla="*/ 352435 h 875495"/>
              <a:gd name="csX95" fmla="*/ 240097 w 628650"/>
              <a:gd name="csY95" fmla="*/ 352435 h 875495"/>
              <a:gd name="csX96" fmla="*/ 248669 w 628650"/>
              <a:gd name="csY96" fmla="*/ 276235 h 875495"/>
              <a:gd name="csX97" fmla="*/ 380048 w 628650"/>
              <a:gd name="csY97" fmla="*/ 276235 h 875495"/>
              <a:gd name="csX98" fmla="*/ 408327 w 628650"/>
              <a:gd name="csY98" fmla="*/ 186604 h 875495"/>
              <a:gd name="csX99" fmla="*/ 521694 w 628650"/>
              <a:gd name="csY99" fmla="*/ 238135 h 875495"/>
              <a:gd name="csX100" fmla="*/ 414118 w 628650"/>
              <a:gd name="csY100" fmla="*/ 238135 h 875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Lst>
            <a:rect l="l" t="t" r="r" b="b"/>
            <a:pathLst>
              <a:path w="628650" h="875495">
                <a:moveTo>
                  <a:pt x="609600" y="323860"/>
                </a:moveTo>
                <a:cubicBezTo>
                  <a:pt x="620121" y="323860"/>
                  <a:pt x="628650" y="315331"/>
                  <a:pt x="628650" y="304810"/>
                </a:cubicBezTo>
                <a:lnTo>
                  <a:pt x="628650" y="257185"/>
                </a:lnTo>
                <a:cubicBezTo>
                  <a:pt x="628652" y="249714"/>
                  <a:pt x="624287" y="242932"/>
                  <a:pt x="617487" y="239840"/>
                </a:cubicBezTo>
                <a:lnTo>
                  <a:pt x="407937" y="144590"/>
                </a:lnTo>
                <a:cubicBezTo>
                  <a:pt x="406494" y="143955"/>
                  <a:pt x="404977" y="143505"/>
                  <a:pt x="403422" y="143247"/>
                </a:cubicBezTo>
                <a:lnTo>
                  <a:pt x="399926" y="112186"/>
                </a:lnTo>
                <a:cubicBezTo>
                  <a:pt x="399574" y="109021"/>
                  <a:pt x="398435" y="105995"/>
                  <a:pt x="396611" y="103384"/>
                </a:cubicBezTo>
                <a:lnTo>
                  <a:pt x="329936" y="8134"/>
                </a:lnTo>
                <a:cubicBezTo>
                  <a:pt x="323907" y="-487"/>
                  <a:pt x="312029" y="-2589"/>
                  <a:pt x="303407" y="3440"/>
                </a:cubicBezTo>
                <a:cubicBezTo>
                  <a:pt x="301581" y="4718"/>
                  <a:pt x="299992" y="6307"/>
                  <a:pt x="298714" y="8134"/>
                </a:cubicBezTo>
                <a:lnTo>
                  <a:pt x="232039" y="103384"/>
                </a:lnTo>
                <a:cubicBezTo>
                  <a:pt x="230215" y="105995"/>
                  <a:pt x="229076" y="109021"/>
                  <a:pt x="228724" y="112186"/>
                </a:cubicBezTo>
                <a:lnTo>
                  <a:pt x="225228" y="143247"/>
                </a:lnTo>
                <a:cubicBezTo>
                  <a:pt x="223673" y="143503"/>
                  <a:pt x="222156" y="143954"/>
                  <a:pt x="220713" y="144590"/>
                </a:cubicBezTo>
                <a:lnTo>
                  <a:pt x="11163" y="239840"/>
                </a:lnTo>
                <a:cubicBezTo>
                  <a:pt x="4363" y="242932"/>
                  <a:pt x="-2" y="249714"/>
                  <a:pt x="0" y="257185"/>
                </a:cubicBezTo>
                <a:lnTo>
                  <a:pt x="0" y="304810"/>
                </a:lnTo>
                <a:cubicBezTo>
                  <a:pt x="0" y="315331"/>
                  <a:pt x="8529" y="323860"/>
                  <a:pt x="19050" y="323860"/>
                </a:cubicBezTo>
                <a:cubicBezTo>
                  <a:pt x="29571" y="323860"/>
                  <a:pt x="38100" y="315331"/>
                  <a:pt x="38100" y="304810"/>
                </a:cubicBezTo>
                <a:lnTo>
                  <a:pt x="38100" y="276235"/>
                </a:lnTo>
                <a:lnTo>
                  <a:pt x="210322" y="276235"/>
                </a:lnTo>
                <a:lnTo>
                  <a:pt x="200539" y="363331"/>
                </a:lnTo>
                <a:lnTo>
                  <a:pt x="11201" y="449390"/>
                </a:lnTo>
                <a:cubicBezTo>
                  <a:pt x="4386" y="452471"/>
                  <a:pt x="5" y="459256"/>
                  <a:pt x="0" y="466735"/>
                </a:cubicBezTo>
                <a:lnTo>
                  <a:pt x="0" y="514360"/>
                </a:lnTo>
                <a:cubicBezTo>
                  <a:pt x="0" y="524881"/>
                  <a:pt x="8529" y="533410"/>
                  <a:pt x="19050" y="533410"/>
                </a:cubicBezTo>
                <a:cubicBezTo>
                  <a:pt x="29571" y="533410"/>
                  <a:pt x="38100" y="524881"/>
                  <a:pt x="38100" y="514360"/>
                </a:cubicBezTo>
                <a:lnTo>
                  <a:pt x="38100" y="485785"/>
                </a:lnTo>
                <a:lnTo>
                  <a:pt x="186776" y="485785"/>
                </a:lnTo>
                <a:lnTo>
                  <a:pt x="181423" y="533476"/>
                </a:lnTo>
                <a:lnTo>
                  <a:pt x="55455" y="848687"/>
                </a:lnTo>
                <a:cubicBezTo>
                  <a:pt x="51549" y="858456"/>
                  <a:pt x="56302" y="869542"/>
                  <a:pt x="66071" y="873447"/>
                </a:cubicBezTo>
                <a:cubicBezTo>
                  <a:pt x="70752" y="875319"/>
                  <a:pt x="75983" y="875259"/>
                  <a:pt x="80620" y="873281"/>
                </a:cubicBezTo>
                <a:lnTo>
                  <a:pt x="313858" y="773830"/>
                </a:lnTo>
                <a:lnTo>
                  <a:pt x="548488" y="873957"/>
                </a:lnTo>
                <a:cubicBezTo>
                  <a:pt x="558162" y="878093"/>
                  <a:pt x="569357" y="873603"/>
                  <a:pt x="573492" y="863928"/>
                </a:cubicBezTo>
                <a:cubicBezTo>
                  <a:pt x="575476" y="859288"/>
                  <a:pt x="575537" y="854049"/>
                  <a:pt x="573662" y="849363"/>
                </a:cubicBezTo>
                <a:lnTo>
                  <a:pt x="447304" y="533486"/>
                </a:lnTo>
                <a:lnTo>
                  <a:pt x="441960" y="485785"/>
                </a:lnTo>
                <a:lnTo>
                  <a:pt x="590550" y="485785"/>
                </a:lnTo>
                <a:lnTo>
                  <a:pt x="590550" y="514360"/>
                </a:lnTo>
                <a:cubicBezTo>
                  <a:pt x="590550" y="524881"/>
                  <a:pt x="599079" y="533410"/>
                  <a:pt x="609600" y="533410"/>
                </a:cubicBezTo>
                <a:cubicBezTo>
                  <a:pt x="620121" y="533410"/>
                  <a:pt x="628650" y="524881"/>
                  <a:pt x="628650" y="514360"/>
                </a:cubicBezTo>
                <a:lnTo>
                  <a:pt x="628650" y="466735"/>
                </a:lnTo>
                <a:cubicBezTo>
                  <a:pt x="628652" y="459264"/>
                  <a:pt x="624287" y="452482"/>
                  <a:pt x="617487" y="449390"/>
                </a:cubicBezTo>
                <a:lnTo>
                  <a:pt x="428187" y="363331"/>
                </a:lnTo>
                <a:lnTo>
                  <a:pt x="418395" y="276235"/>
                </a:lnTo>
                <a:lnTo>
                  <a:pt x="590550" y="276235"/>
                </a:lnTo>
                <a:lnTo>
                  <a:pt x="590550" y="304810"/>
                </a:lnTo>
                <a:cubicBezTo>
                  <a:pt x="590550" y="315331"/>
                  <a:pt x="599079" y="323860"/>
                  <a:pt x="609600" y="323860"/>
                </a:cubicBezTo>
                <a:close/>
                <a:moveTo>
                  <a:pt x="259366" y="180985"/>
                </a:moveTo>
                <a:lnTo>
                  <a:pt x="369360" y="180985"/>
                </a:lnTo>
                <a:lnTo>
                  <a:pt x="375780" y="238135"/>
                </a:lnTo>
                <a:lnTo>
                  <a:pt x="252908" y="238135"/>
                </a:lnTo>
                <a:close/>
                <a:moveTo>
                  <a:pt x="314325" y="52283"/>
                </a:moveTo>
                <a:lnTo>
                  <a:pt x="362607" y="121253"/>
                </a:lnTo>
                <a:lnTo>
                  <a:pt x="365074" y="142885"/>
                </a:lnTo>
                <a:lnTo>
                  <a:pt x="263642" y="142885"/>
                </a:lnTo>
                <a:lnTo>
                  <a:pt x="266081" y="121253"/>
                </a:lnTo>
                <a:close/>
                <a:moveTo>
                  <a:pt x="107032" y="238135"/>
                </a:moveTo>
                <a:lnTo>
                  <a:pt x="220380" y="186604"/>
                </a:lnTo>
                <a:lnTo>
                  <a:pt x="214608" y="238135"/>
                </a:lnTo>
                <a:close/>
                <a:moveTo>
                  <a:pt x="399326" y="447685"/>
                </a:moveTo>
                <a:lnTo>
                  <a:pt x="229400" y="447685"/>
                </a:lnTo>
                <a:lnTo>
                  <a:pt x="235820" y="390535"/>
                </a:lnTo>
                <a:lnTo>
                  <a:pt x="392906" y="390535"/>
                </a:lnTo>
                <a:close/>
                <a:moveTo>
                  <a:pt x="107032" y="447685"/>
                </a:moveTo>
                <a:lnTo>
                  <a:pt x="195615" y="407432"/>
                </a:lnTo>
                <a:lnTo>
                  <a:pt x="191062" y="447685"/>
                </a:lnTo>
                <a:close/>
                <a:moveTo>
                  <a:pt x="420053" y="568004"/>
                </a:moveTo>
                <a:lnTo>
                  <a:pt x="446237" y="633422"/>
                </a:lnTo>
                <a:lnTo>
                  <a:pt x="360407" y="594846"/>
                </a:lnTo>
                <a:close/>
                <a:moveTo>
                  <a:pt x="447104" y="675580"/>
                </a:moveTo>
                <a:lnTo>
                  <a:pt x="313858" y="732406"/>
                </a:lnTo>
                <a:lnTo>
                  <a:pt x="180727" y="675580"/>
                </a:lnTo>
                <a:lnTo>
                  <a:pt x="313934" y="615715"/>
                </a:lnTo>
                <a:close/>
                <a:moveTo>
                  <a:pt x="182690" y="632917"/>
                </a:moveTo>
                <a:lnTo>
                  <a:pt x="208493" y="568338"/>
                </a:lnTo>
                <a:lnTo>
                  <a:pt x="267433" y="594827"/>
                </a:lnTo>
                <a:close/>
                <a:moveTo>
                  <a:pt x="107823" y="820246"/>
                </a:moveTo>
                <a:lnTo>
                  <a:pt x="153686" y="705479"/>
                </a:lnTo>
                <a:lnTo>
                  <a:pt x="265281" y="753104"/>
                </a:lnTo>
                <a:close/>
                <a:moveTo>
                  <a:pt x="362388" y="753123"/>
                </a:moveTo>
                <a:lnTo>
                  <a:pt x="474936" y="705145"/>
                </a:lnTo>
                <a:lnTo>
                  <a:pt x="521237" y="820912"/>
                </a:lnTo>
                <a:close/>
                <a:moveTo>
                  <a:pt x="408699" y="531343"/>
                </a:moveTo>
                <a:lnTo>
                  <a:pt x="313906" y="573948"/>
                </a:lnTo>
                <a:lnTo>
                  <a:pt x="219932" y="531705"/>
                </a:lnTo>
                <a:lnTo>
                  <a:pt x="225114" y="485785"/>
                </a:lnTo>
                <a:lnTo>
                  <a:pt x="403612" y="485785"/>
                </a:lnTo>
                <a:close/>
                <a:moveTo>
                  <a:pt x="521694" y="447685"/>
                </a:moveTo>
                <a:lnTo>
                  <a:pt x="437664" y="447685"/>
                </a:lnTo>
                <a:lnTo>
                  <a:pt x="433140" y="407432"/>
                </a:lnTo>
                <a:close/>
                <a:moveTo>
                  <a:pt x="388620" y="352435"/>
                </a:moveTo>
                <a:lnTo>
                  <a:pt x="240097" y="352435"/>
                </a:lnTo>
                <a:lnTo>
                  <a:pt x="248669" y="276235"/>
                </a:lnTo>
                <a:lnTo>
                  <a:pt x="380048" y="276235"/>
                </a:lnTo>
                <a:close/>
                <a:moveTo>
                  <a:pt x="408327" y="186604"/>
                </a:moveTo>
                <a:lnTo>
                  <a:pt x="521694" y="238135"/>
                </a:lnTo>
                <a:lnTo>
                  <a:pt x="414118" y="238135"/>
                </a:lnTo>
                <a:close/>
              </a:path>
            </a:pathLst>
          </a:custGeom>
          <a:solidFill>
            <a:schemeClr val="tx1"/>
          </a:solidFill>
          <a:ln w="9525" cap="flat">
            <a:noFill/>
            <a:prstDash val="solid"/>
            <a:miter/>
          </a:ln>
        </p:spPr>
        <p:txBody>
          <a:bodyPr/>
          <a:lstStyle/>
          <a:p>
            <a:endParaRPr lang="de-DE" sz="1600"/>
          </a:p>
        </p:txBody>
      </p:sp>
      <p:graphicFrame>
        <p:nvGraphicFramePr>
          <p:cNvPr id="986" name="Tabelle 985">
            <a:extLst>
              <a:ext uri="{FF2B5EF4-FFF2-40B4-BE49-F238E27FC236}">
                <a16:creationId xmlns:a16="http://schemas.microsoft.com/office/drawing/2014/main" id="{9FCD30B5-0A18-94D9-C469-D85F5606D698}"/>
              </a:ext>
            </a:extLst>
          </p:cNvPr>
          <p:cNvGraphicFramePr>
            <a:graphicFrameLocks noGrp="1"/>
          </p:cNvGraphicFramePr>
          <p:nvPr>
            <p:extLst>
              <p:ext uri="{D42A27DB-BD31-4B8C-83A1-F6EECF244321}">
                <p14:modId xmlns:p14="http://schemas.microsoft.com/office/powerpoint/2010/main" val="334859966"/>
              </p:ext>
            </p:extLst>
          </p:nvPr>
        </p:nvGraphicFramePr>
        <p:xfrm>
          <a:off x="7033733" y="5780595"/>
          <a:ext cx="1848355" cy="3634986"/>
        </p:xfrm>
        <a:graphic>
          <a:graphicData uri="http://schemas.openxmlformats.org/drawingml/2006/table">
            <a:tbl>
              <a:tblPr>
                <a:tableStyleId>{5C22544A-7EE6-4342-B048-85BDC9FD1C3A}</a:tableStyleId>
              </a:tblPr>
              <a:tblGrid>
                <a:gridCol w="369671">
                  <a:extLst>
                    <a:ext uri="{9D8B030D-6E8A-4147-A177-3AD203B41FA5}">
                      <a16:colId xmlns:a16="http://schemas.microsoft.com/office/drawing/2014/main" val="311902534"/>
                    </a:ext>
                  </a:extLst>
                </a:gridCol>
                <a:gridCol w="369671">
                  <a:extLst>
                    <a:ext uri="{9D8B030D-6E8A-4147-A177-3AD203B41FA5}">
                      <a16:colId xmlns:a16="http://schemas.microsoft.com/office/drawing/2014/main" val="1379946492"/>
                    </a:ext>
                  </a:extLst>
                </a:gridCol>
                <a:gridCol w="369671">
                  <a:extLst>
                    <a:ext uri="{9D8B030D-6E8A-4147-A177-3AD203B41FA5}">
                      <a16:colId xmlns:a16="http://schemas.microsoft.com/office/drawing/2014/main" val="2344729347"/>
                    </a:ext>
                  </a:extLst>
                </a:gridCol>
                <a:gridCol w="369671">
                  <a:extLst>
                    <a:ext uri="{9D8B030D-6E8A-4147-A177-3AD203B41FA5}">
                      <a16:colId xmlns:a16="http://schemas.microsoft.com/office/drawing/2014/main" val="635156542"/>
                    </a:ext>
                  </a:extLst>
                </a:gridCol>
                <a:gridCol w="369671">
                  <a:extLst>
                    <a:ext uri="{9D8B030D-6E8A-4147-A177-3AD203B41FA5}">
                      <a16:colId xmlns:a16="http://schemas.microsoft.com/office/drawing/2014/main" val="2315412559"/>
                    </a:ext>
                  </a:extLst>
                </a:gridCol>
              </a:tblGrid>
              <a:tr h="355935">
                <a:tc>
                  <a:txBody>
                    <a:bodyPr/>
                    <a:lstStyle/>
                    <a:p>
                      <a:pPr algn="r" rtl="0" fontAlgn="b">
                        <a:buNone/>
                      </a:pPr>
                      <a:r>
                        <a:rPr lang="de-DE" sz="1200" dirty="0">
                          <a:effectLst/>
                        </a:rPr>
                        <a:t>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9245288"/>
                  </a:ext>
                </a:extLst>
              </a:tr>
              <a:tr h="364339">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4480548"/>
                  </a:ext>
                </a:extLst>
              </a:tr>
              <a:tr h="364339">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3</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325124"/>
                  </a:ext>
                </a:extLst>
              </a:tr>
              <a:tr h="364339">
                <a:tc>
                  <a:txBody>
                    <a:bodyPr/>
                    <a:lstStyle/>
                    <a:p>
                      <a:pPr algn="r" rtl="0" fontAlgn="b">
                        <a:buNone/>
                      </a:pPr>
                      <a:r>
                        <a:rPr lang="de-DE" sz="1200" dirty="0">
                          <a:effectLst/>
                        </a:rPr>
                        <a:t>6</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5</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3</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686408"/>
                  </a:ext>
                </a:extLst>
              </a:tr>
              <a:tr h="364339">
                <a:tc>
                  <a:txBody>
                    <a:bodyPr/>
                    <a:lstStyle/>
                    <a:p>
                      <a:pPr algn="r" rtl="0" fontAlgn="b">
                        <a:buNone/>
                      </a:pPr>
                      <a:r>
                        <a:rPr lang="de-DE" sz="1200" dirty="0">
                          <a:effectLst/>
                        </a:rPr>
                        <a:t>8</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6</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5</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286047"/>
                  </a:ext>
                </a:extLst>
              </a:tr>
              <a:tr h="364339">
                <a:tc>
                  <a:txBody>
                    <a:bodyPr/>
                    <a:lstStyle/>
                    <a:p>
                      <a:pPr algn="r" rtl="0" fontAlgn="b">
                        <a:buNone/>
                      </a:pPr>
                      <a:r>
                        <a:rPr lang="de-DE" sz="1200" dirty="0">
                          <a:effectLst/>
                        </a:rPr>
                        <a:t>10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8</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6</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3</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934255"/>
                  </a:ext>
                </a:extLst>
              </a:tr>
              <a:tr h="364339">
                <a:tc>
                  <a:txBody>
                    <a:bodyPr/>
                    <a:lstStyle/>
                    <a:p>
                      <a:pPr algn="r" rtl="0" fontAlgn="b">
                        <a:buNone/>
                      </a:pPr>
                      <a:r>
                        <a:rPr lang="de-DE" sz="1200" dirty="0">
                          <a:effectLst/>
                        </a:rPr>
                        <a:t>12</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7</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5</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209836"/>
                  </a:ext>
                </a:extLst>
              </a:tr>
              <a:tr h="364339">
                <a:tc>
                  <a:txBody>
                    <a:bodyPr/>
                    <a:lstStyle/>
                    <a:p>
                      <a:pPr algn="r" rtl="0" fontAlgn="b">
                        <a:buNone/>
                      </a:pPr>
                      <a:r>
                        <a:rPr lang="de-DE" sz="1200" dirty="0">
                          <a:effectLst/>
                        </a:rPr>
                        <a:t>14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8</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6</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4413667"/>
                  </a:ext>
                </a:extLst>
              </a:tr>
              <a:tr h="364339">
                <a:tc>
                  <a:txBody>
                    <a:bodyPr/>
                    <a:lstStyle/>
                    <a:p>
                      <a:pPr algn="r" rtl="0" fontAlgn="b">
                        <a:buNone/>
                      </a:pPr>
                      <a:r>
                        <a:rPr lang="de-DE" sz="1200" dirty="0">
                          <a:effectLst/>
                        </a:rPr>
                        <a:t>16</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13</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10</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7</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5</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96800"/>
                  </a:ext>
                </a:extLst>
              </a:tr>
              <a:tr h="364339">
                <a:tc>
                  <a:txBody>
                    <a:bodyPr/>
                    <a:lstStyle/>
                    <a:p>
                      <a:pPr algn="r" rtl="0" fontAlgn="b">
                        <a:buNone/>
                      </a:pPr>
                      <a:r>
                        <a:rPr lang="de-DE" sz="1200" dirty="0">
                          <a:effectLst/>
                        </a:rPr>
                        <a:t>18</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14</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11</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8</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b">
                        <a:buNone/>
                      </a:pPr>
                      <a:r>
                        <a:rPr lang="de-DE" sz="1200" dirty="0">
                          <a:effectLst/>
                        </a:rPr>
                        <a:t>5</a:t>
                      </a:r>
                    </a:p>
                  </a:txBody>
                  <a:tcPr marL="19050" marR="19050" marT="12700" marB="127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5676976"/>
                  </a:ext>
                </a:extLst>
              </a:tr>
            </a:tbl>
          </a:graphicData>
        </a:graphic>
      </p:graphicFrame>
    </p:spTree>
    <p:extLst>
      <p:ext uri="{BB962C8B-B14F-4D97-AF65-F5344CB8AC3E}">
        <p14:creationId xmlns:p14="http://schemas.microsoft.com/office/powerpoint/2010/main" val="3323553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Grafik 116">
            <a:extLst>
              <a:ext uri="{FF2B5EF4-FFF2-40B4-BE49-F238E27FC236}">
                <a16:creationId xmlns:a16="http://schemas.microsoft.com/office/drawing/2014/main" id="{26E37A80-1E30-6A32-6779-9A5F40B8C2A5}"/>
              </a:ext>
            </a:extLst>
          </p:cNvPr>
          <p:cNvPicPr>
            <a:picLocks noChangeAspect="1"/>
          </p:cNvPicPr>
          <p:nvPr/>
        </p:nvPicPr>
        <p:blipFill>
          <a:blip r:embed="rId2">
            <a:extLst>
              <a:ext uri="{28A0092B-C50C-407E-A947-70E740481C1C}">
                <a14:useLocalDpi xmlns:a14="http://schemas.microsoft.com/office/drawing/2010/main" val="0"/>
              </a:ext>
            </a:extLst>
          </a:blip>
          <a:srcRect l="24845" t="34528" r="4198" b="16389"/>
          <a:stretch>
            <a:fillRect/>
          </a:stretch>
        </p:blipFill>
        <p:spPr>
          <a:xfrm>
            <a:off x="-4490471" y="-25437"/>
            <a:ext cx="22441874" cy="10966720"/>
          </a:xfrm>
          <a:prstGeom prst="rect">
            <a:avLst/>
          </a:prstGeom>
        </p:spPr>
      </p:pic>
      <p:sp>
        <p:nvSpPr>
          <p:cNvPr id="118" name="Textfeld 117">
            <a:extLst>
              <a:ext uri="{FF2B5EF4-FFF2-40B4-BE49-F238E27FC236}">
                <a16:creationId xmlns:a16="http://schemas.microsoft.com/office/drawing/2014/main" id="{576B96FF-8E73-3CE3-7252-15BA15ADB093}"/>
              </a:ext>
            </a:extLst>
          </p:cNvPr>
          <p:cNvSpPr txBox="1"/>
          <p:nvPr/>
        </p:nvSpPr>
        <p:spPr>
          <a:xfrm>
            <a:off x="8373591" y="782842"/>
            <a:ext cx="3902462" cy="2882840"/>
          </a:xfrm>
          <a:prstGeom prst="rect">
            <a:avLst/>
          </a:prstGeom>
          <a:noFill/>
        </p:spPr>
        <p:txBody>
          <a:bodyPr wrap="square">
            <a:spAutoFit/>
          </a:bodyPr>
          <a:lstStyle/>
          <a:p>
            <a:pPr>
              <a:lnSpc>
                <a:spcPts val="4000"/>
              </a:lnSpc>
              <a:spcAft>
                <a:spcPts val="600"/>
              </a:spcAft>
            </a:pPr>
            <a:r>
              <a:rPr lang="en-US" sz="4800" b="1" dirty="0">
                <a:latin typeface="Shruti" panose="020B0502040204020203" pitchFamily="34" charset="0"/>
                <a:cs typeface="Shruti" panose="020B0502040204020203" pitchFamily="34" charset="0"/>
              </a:rPr>
              <a:t>The</a:t>
            </a:r>
          </a:p>
          <a:p>
            <a:pPr>
              <a:lnSpc>
                <a:spcPts val="4000"/>
              </a:lnSpc>
              <a:spcAft>
                <a:spcPts val="600"/>
              </a:spcAft>
            </a:pPr>
            <a:r>
              <a:rPr lang="en-US" sz="4800" b="1" dirty="0">
                <a:latin typeface="Shruti" panose="020B0502040204020203" pitchFamily="34" charset="0"/>
                <a:cs typeface="Shruti" panose="020B0502040204020203" pitchFamily="34" charset="0"/>
              </a:rPr>
              <a:t>Renovation</a:t>
            </a:r>
          </a:p>
          <a:p>
            <a:pPr>
              <a:lnSpc>
                <a:spcPts val="4000"/>
              </a:lnSpc>
              <a:spcAft>
                <a:spcPts val="600"/>
              </a:spcAft>
            </a:pPr>
            <a:r>
              <a:rPr lang="en-US" sz="4800" b="1" dirty="0">
                <a:latin typeface="Shruti" panose="020B0502040204020203" pitchFamily="34" charset="0"/>
                <a:cs typeface="Shruti" panose="020B0502040204020203" pitchFamily="34" charset="0"/>
              </a:rPr>
              <a:t>Game</a:t>
            </a:r>
          </a:p>
          <a:p>
            <a:pPr>
              <a:lnSpc>
                <a:spcPts val="4000"/>
              </a:lnSpc>
              <a:spcAft>
                <a:spcPts val="600"/>
              </a:spcAft>
            </a:pPr>
            <a:r>
              <a:rPr lang="en-US" sz="3600" b="1" dirty="0" err="1">
                <a:latin typeface="Shruti" panose="020B0502040204020203" pitchFamily="34" charset="0"/>
                <a:cs typeface="Shruti" panose="020B0502040204020203" pitchFamily="34" charset="0"/>
              </a:rPr>
              <a:t>Gebäudeplan</a:t>
            </a:r>
            <a:endParaRPr lang="en-US" sz="4800" b="1" dirty="0">
              <a:latin typeface="Shruti" panose="020B0502040204020203" pitchFamily="34" charset="0"/>
              <a:cs typeface="Shruti" panose="020B0502040204020203" pitchFamily="34" charset="0"/>
            </a:endParaRPr>
          </a:p>
          <a:p>
            <a:pPr>
              <a:spcAft>
                <a:spcPts val="600"/>
              </a:spcAft>
            </a:pPr>
            <a:endParaRPr lang="en-US" sz="2800" b="1" dirty="0"/>
          </a:p>
        </p:txBody>
      </p:sp>
      <p:sp>
        <p:nvSpPr>
          <p:cNvPr id="119" name="Textfeld 118">
            <a:extLst>
              <a:ext uri="{FF2B5EF4-FFF2-40B4-BE49-F238E27FC236}">
                <a16:creationId xmlns:a16="http://schemas.microsoft.com/office/drawing/2014/main" id="{CF11073D-C48B-3655-FCD7-CB1A08708164}"/>
              </a:ext>
            </a:extLst>
          </p:cNvPr>
          <p:cNvSpPr txBox="1"/>
          <p:nvPr/>
        </p:nvSpPr>
        <p:spPr>
          <a:xfrm>
            <a:off x="8093740" y="3318664"/>
            <a:ext cx="4703552" cy="830997"/>
          </a:xfrm>
          <a:prstGeom prst="rect">
            <a:avLst/>
          </a:prstGeom>
          <a:noFill/>
        </p:spPr>
        <p:txBody>
          <a:bodyPr wrap="square">
            <a:spAutoFit/>
          </a:bodyPr>
          <a:lstStyle/>
          <a:p>
            <a:r>
              <a:rPr lang="en-US" sz="1600" dirty="0" err="1"/>
              <a:t>Maßnahmen</a:t>
            </a:r>
            <a:r>
              <a:rPr lang="en-US" sz="1600" dirty="0"/>
              <a:t>-Karten der </a:t>
            </a:r>
            <a:r>
              <a:rPr lang="en-US" sz="1600" dirty="0" err="1"/>
              <a:t>Kategorien</a:t>
            </a:r>
            <a:r>
              <a:rPr lang="en-US" sz="1600" dirty="0"/>
              <a:t> “</a:t>
            </a:r>
            <a:r>
              <a:rPr lang="en-US" sz="1600" dirty="0" err="1"/>
              <a:t>Effizienz</a:t>
            </a:r>
            <a:r>
              <a:rPr lang="en-US" sz="1600" dirty="0"/>
              <a:t>”, “</a:t>
            </a:r>
            <a:r>
              <a:rPr lang="en-US" sz="1600" dirty="0" err="1"/>
              <a:t>Flexibiliät</a:t>
            </a:r>
            <a:r>
              <a:rPr lang="en-US" sz="1600" dirty="0"/>
              <a:t>” und “</a:t>
            </a:r>
            <a:r>
              <a:rPr lang="en-US" sz="1600" dirty="0" err="1"/>
              <a:t>Zufriedenheit</a:t>
            </a:r>
            <a:r>
              <a:rPr lang="en-US" sz="1600" dirty="0"/>
              <a:t>” </a:t>
            </a:r>
            <a:r>
              <a:rPr lang="en-US" sz="1600" dirty="0" err="1"/>
              <a:t>können</a:t>
            </a:r>
            <a:r>
              <a:rPr lang="en-US" sz="1600" dirty="0"/>
              <a:t> </a:t>
            </a:r>
            <a:r>
              <a:rPr lang="en-US" sz="1600" dirty="0" err="1"/>
              <a:t>unbegrenzt</a:t>
            </a:r>
            <a:r>
              <a:rPr lang="en-US" sz="1600" dirty="0"/>
              <a:t> </a:t>
            </a:r>
            <a:r>
              <a:rPr lang="en-US" sz="1600" dirty="0" err="1"/>
              <a:t>gespielt</a:t>
            </a:r>
            <a:r>
              <a:rPr lang="en-US" sz="1600" dirty="0"/>
              <a:t> </a:t>
            </a:r>
            <a:r>
              <a:rPr lang="en-US" sz="1600" dirty="0" err="1"/>
              <a:t>werden</a:t>
            </a:r>
            <a:endParaRPr lang="en-US" sz="1600" dirty="0"/>
          </a:p>
        </p:txBody>
      </p:sp>
      <p:sp>
        <p:nvSpPr>
          <p:cNvPr id="120" name="Textfeld 119">
            <a:extLst>
              <a:ext uri="{FF2B5EF4-FFF2-40B4-BE49-F238E27FC236}">
                <a16:creationId xmlns:a16="http://schemas.microsoft.com/office/drawing/2014/main" id="{90F8D278-0E5C-EFE6-E335-DCA247CB921B}"/>
              </a:ext>
            </a:extLst>
          </p:cNvPr>
          <p:cNvSpPr txBox="1"/>
          <p:nvPr/>
        </p:nvSpPr>
        <p:spPr>
          <a:xfrm>
            <a:off x="5911248" y="694909"/>
            <a:ext cx="1798988" cy="2031325"/>
          </a:xfrm>
          <a:prstGeom prst="rect">
            <a:avLst/>
          </a:prstGeom>
          <a:noFill/>
        </p:spPr>
        <p:txBody>
          <a:bodyPr wrap="square">
            <a:spAutoFit/>
          </a:bodyPr>
          <a:lstStyle/>
          <a:p>
            <a:r>
              <a:rPr lang="en-US" sz="1800" dirty="0"/>
              <a:t>In den </a:t>
            </a:r>
            <a:r>
              <a:rPr lang="en-US" sz="1800" dirty="0" err="1"/>
              <a:t>Gebäude</a:t>
            </a:r>
            <a:r>
              <a:rPr lang="en-US" sz="1800" dirty="0"/>
              <a:t>-Slots </a:t>
            </a:r>
            <a:r>
              <a:rPr lang="en-US" sz="1800" dirty="0" err="1"/>
              <a:t>kann</a:t>
            </a:r>
            <a:r>
              <a:rPr lang="en-US" sz="1800" dirty="0"/>
              <a:t> immer </a:t>
            </a:r>
            <a:r>
              <a:rPr lang="en-US" sz="1800" dirty="0" err="1"/>
              <a:t>nur</a:t>
            </a:r>
            <a:r>
              <a:rPr lang="en-US" sz="1800" dirty="0"/>
              <a:t> </a:t>
            </a:r>
            <a:r>
              <a:rPr lang="en-US" sz="1800" dirty="0" err="1"/>
              <a:t>eine</a:t>
            </a:r>
            <a:r>
              <a:rPr lang="en-US" sz="1800" dirty="0"/>
              <a:t> </a:t>
            </a:r>
            <a:r>
              <a:rPr lang="en-US" sz="1800" dirty="0" err="1"/>
              <a:t>Maßnahme</a:t>
            </a:r>
            <a:r>
              <a:rPr lang="en-US" sz="1800" dirty="0"/>
              <a:t> </a:t>
            </a:r>
            <a:r>
              <a:rPr lang="en-US" sz="1800" dirty="0" err="1"/>
              <a:t>gleichzeitig</a:t>
            </a:r>
            <a:r>
              <a:rPr lang="en-US" sz="1800" dirty="0"/>
              <a:t> </a:t>
            </a:r>
            <a:r>
              <a:rPr lang="en-US" sz="1800" dirty="0" err="1"/>
              <a:t>verwendet</a:t>
            </a:r>
            <a:r>
              <a:rPr lang="en-US" sz="1800" dirty="0"/>
              <a:t> </a:t>
            </a:r>
            <a:r>
              <a:rPr lang="en-US" sz="1800" dirty="0" err="1"/>
              <a:t>werden</a:t>
            </a:r>
            <a:endParaRPr lang="en-US" sz="1800" dirty="0"/>
          </a:p>
        </p:txBody>
      </p:sp>
      <p:grpSp>
        <p:nvGrpSpPr>
          <p:cNvPr id="69" name="Gruppieren 68">
            <a:extLst>
              <a:ext uri="{FF2B5EF4-FFF2-40B4-BE49-F238E27FC236}">
                <a16:creationId xmlns:a16="http://schemas.microsoft.com/office/drawing/2014/main" id="{A3F662A9-99FD-0D5C-7266-3AA27D807D28}"/>
              </a:ext>
            </a:extLst>
          </p:cNvPr>
          <p:cNvGrpSpPr/>
          <p:nvPr/>
        </p:nvGrpSpPr>
        <p:grpSpPr>
          <a:xfrm>
            <a:off x="6492240" y="5595925"/>
            <a:ext cx="7538405" cy="4525647"/>
            <a:chOff x="7941190" y="6284521"/>
            <a:chExt cx="7538405" cy="4525647"/>
          </a:xfrm>
        </p:grpSpPr>
        <p:sp>
          <p:nvSpPr>
            <p:cNvPr id="70" name="Rectangle: Rounded Corners 3">
              <a:extLst>
                <a:ext uri="{FF2B5EF4-FFF2-40B4-BE49-F238E27FC236}">
                  <a16:creationId xmlns:a16="http://schemas.microsoft.com/office/drawing/2014/main" id="{F391F1A3-0713-6C18-6EC8-153B768910DF}"/>
                </a:ext>
              </a:extLst>
            </p:cNvPr>
            <p:cNvSpPr/>
            <p:nvPr/>
          </p:nvSpPr>
          <p:spPr>
            <a:xfrm>
              <a:off x="13211595" y="7631429"/>
              <a:ext cx="2268000" cy="3168000"/>
            </a:xfrm>
            <a:prstGeom prst="roundRect">
              <a:avLst>
                <a:gd name="adj" fmla="val 10110"/>
              </a:avLst>
            </a:prstGeom>
            <a:solidFill>
              <a:srgbClr val="EAEEC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pPr algn="ctr"/>
              <a:endParaRPr lang="de-DE" sz="1200" dirty="0">
                <a:solidFill>
                  <a:schemeClr val="tx1"/>
                </a:solidFill>
              </a:endParaRPr>
            </a:p>
          </p:txBody>
        </p:sp>
        <p:sp>
          <p:nvSpPr>
            <p:cNvPr id="71" name="Rectangle: Rounded Corners 4">
              <a:extLst>
                <a:ext uri="{FF2B5EF4-FFF2-40B4-BE49-F238E27FC236}">
                  <a16:creationId xmlns:a16="http://schemas.microsoft.com/office/drawing/2014/main" id="{D00BCAFF-DCAA-A5E0-E0DF-E3B69937F86D}"/>
                </a:ext>
              </a:extLst>
            </p:cNvPr>
            <p:cNvSpPr/>
            <p:nvPr/>
          </p:nvSpPr>
          <p:spPr>
            <a:xfrm>
              <a:off x="10679189" y="7642168"/>
              <a:ext cx="2268000" cy="3168000"/>
            </a:xfrm>
            <a:prstGeom prst="roundRect">
              <a:avLst>
                <a:gd name="adj" fmla="val 10110"/>
              </a:avLst>
            </a:prstGeom>
            <a:solidFill>
              <a:srgbClr val="DAF2D2">
                <a:alpha val="50196"/>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72" name="Rectangle: Rounded Corners 8">
              <a:extLst>
                <a:ext uri="{FF2B5EF4-FFF2-40B4-BE49-F238E27FC236}">
                  <a16:creationId xmlns:a16="http://schemas.microsoft.com/office/drawing/2014/main" id="{CE124FF3-B792-C6DD-6370-9DDDF5E9F939}"/>
                </a:ext>
              </a:extLst>
            </p:cNvPr>
            <p:cNvSpPr/>
            <p:nvPr/>
          </p:nvSpPr>
          <p:spPr>
            <a:xfrm>
              <a:off x="8149858" y="7642168"/>
              <a:ext cx="2268000" cy="3168000"/>
            </a:xfrm>
            <a:prstGeom prst="roundRect">
              <a:avLst>
                <a:gd name="adj" fmla="val 10110"/>
              </a:avLst>
            </a:prstGeom>
            <a:solidFill>
              <a:srgbClr val="9AA8CB">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75" name="Rectangle: Rounded Corners 3">
              <a:extLst>
                <a:ext uri="{FF2B5EF4-FFF2-40B4-BE49-F238E27FC236}">
                  <a16:creationId xmlns:a16="http://schemas.microsoft.com/office/drawing/2014/main" id="{B90350C7-C44A-D991-0439-9B685FB8B49C}"/>
                </a:ext>
              </a:extLst>
            </p:cNvPr>
            <p:cNvSpPr/>
            <p:nvPr/>
          </p:nvSpPr>
          <p:spPr>
            <a:xfrm>
              <a:off x="13002927" y="6284521"/>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pPr algn="ctr"/>
              <a:endParaRPr lang="de-DE" sz="1200" dirty="0">
                <a:solidFill>
                  <a:schemeClr val="tx1"/>
                </a:solidFill>
              </a:endParaRPr>
            </a:p>
          </p:txBody>
        </p:sp>
        <p:sp>
          <p:nvSpPr>
            <p:cNvPr id="83" name="Rectangle: Rounded Corners 4">
              <a:extLst>
                <a:ext uri="{FF2B5EF4-FFF2-40B4-BE49-F238E27FC236}">
                  <a16:creationId xmlns:a16="http://schemas.microsoft.com/office/drawing/2014/main" id="{9C90AFAC-CFD3-8B82-A447-269CC2F4AC61}"/>
                </a:ext>
              </a:extLst>
            </p:cNvPr>
            <p:cNvSpPr/>
            <p:nvPr/>
          </p:nvSpPr>
          <p:spPr>
            <a:xfrm>
              <a:off x="10470521" y="6295260"/>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86" name="Rectangle: Rounded Corners 8">
              <a:extLst>
                <a:ext uri="{FF2B5EF4-FFF2-40B4-BE49-F238E27FC236}">
                  <a16:creationId xmlns:a16="http://schemas.microsoft.com/office/drawing/2014/main" id="{5E791A96-31AF-E7E4-E07E-E4C73BFFB232}"/>
                </a:ext>
              </a:extLst>
            </p:cNvPr>
            <p:cNvSpPr/>
            <p:nvPr/>
          </p:nvSpPr>
          <p:spPr>
            <a:xfrm>
              <a:off x="7941190" y="6295260"/>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grpSp>
      <p:grpSp>
        <p:nvGrpSpPr>
          <p:cNvPr id="68" name="Gruppieren 67">
            <a:extLst>
              <a:ext uri="{FF2B5EF4-FFF2-40B4-BE49-F238E27FC236}">
                <a16:creationId xmlns:a16="http://schemas.microsoft.com/office/drawing/2014/main" id="{BAFE0315-4B49-ABDF-42B6-1D12B4DDC839}"/>
              </a:ext>
            </a:extLst>
          </p:cNvPr>
          <p:cNvGrpSpPr/>
          <p:nvPr/>
        </p:nvGrpSpPr>
        <p:grpSpPr>
          <a:xfrm>
            <a:off x="6295604" y="4249017"/>
            <a:ext cx="7538405" cy="4525647"/>
            <a:chOff x="7941190" y="6284521"/>
            <a:chExt cx="7538405" cy="4525647"/>
          </a:xfrm>
        </p:grpSpPr>
        <p:sp>
          <p:nvSpPr>
            <p:cNvPr id="62" name="Rectangle: Rounded Corners 3">
              <a:extLst>
                <a:ext uri="{FF2B5EF4-FFF2-40B4-BE49-F238E27FC236}">
                  <a16:creationId xmlns:a16="http://schemas.microsoft.com/office/drawing/2014/main" id="{77AA7E6F-C333-E57D-86BE-1DF23C3FDDB5}"/>
                </a:ext>
              </a:extLst>
            </p:cNvPr>
            <p:cNvSpPr/>
            <p:nvPr/>
          </p:nvSpPr>
          <p:spPr>
            <a:xfrm>
              <a:off x="13211595" y="7631429"/>
              <a:ext cx="2268000" cy="3168000"/>
            </a:xfrm>
            <a:prstGeom prst="roundRect">
              <a:avLst>
                <a:gd name="adj" fmla="val 10110"/>
              </a:avLst>
            </a:prstGeom>
            <a:solidFill>
              <a:srgbClr val="EAEEC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pPr algn="ctr"/>
              <a:endParaRPr lang="de-DE" sz="1200" dirty="0">
                <a:solidFill>
                  <a:schemeClr val="tx1"/>
                </a:solidFill>
              </a:endParaRPr>
            </a:p>
          </p:txBody>
        </p:sp>
        <p:sp>
          <p:nvSpPr>
            <p:cNvPr id="63" name="Rectangle: Rounded Corners 4">
              <a:extLst>
                <a:ext uri="{FF2B5EF4-FFF2-40B4-BE49-F238E27FC236}">
                  <a16:creationId xmlns:a16="http://schemas.microsoft.com/office/drawing/2014/main" id="{4F752364-4F0B-A38D-BF36-4F78D448E76E}"/>
                </a:ext>
              </a:extLst>
            </p:cNvPr>
            <p:cNvSpPr/>
            <p:nvPr/>
          </p:nvSpPr>
          <p:spPr>
            <a:xfrm>
              <a:off x="10679189" y="7642168"/>
              <a:ext cx="2268000" cy="3168000"/>
            </a:xfrm>
            <a:prstGeom prst="roundRect">
              <a:avLst>
                <a:gd name="adj" fmla="val 10110"/>
              </a:avLst>
            </a:prstGeom>
            <a:solidFill>
              <a:srgbClr val="DAF2D2">
                <a:alpha val="50196"/>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64" name="Rectangle: Rounded Corners 8">
              <a:extLst>
                <a:ext uri="{FF2B5EF4-FFF2-40B4-BE49-F238E27FC236}">
                  <a16:creationId xmlns:a16="http://schemas.microsoft.com/office/drawing/2014/main" id="{51B0B050-613E-7332-B6D7-7760B7541EED}"/>
                </a:ext>
              </a:extLst>
            </p:cNvPr>
            <p:cNvSpPr/>
            <p:nvPr/>
          </p:nvSpPr>
          <p:spPr>
            <a:xfrm>
              <a:off x="8149858" y="7642168"/>
              <a:ext cx="2268000" cy="3168000"/>
            </a:xfrm>
            <a:prstGeom prst="roundRect">
              <a:avLst>
                <a:gd name="adj" fmla="val 10110"/>
              </a:avLst>
            </a:prstGeom>
            <a:solidFill>
              <a:srgbClr val="9AA8CB">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65" name="Rectangle: Rounded Corners 3">
              <a:extLst>
                <a:ext uri="{FF2B5EF4-FFF2-40B4-BE49-F238E27FC236}">
                  <a16:creationId xmlns:a16="http://schemas.microsoft.com/office/drawing/2014/main" id="{D9AF3091-804D-6A9F-8214-56CE145795C5}"/>
                </a:ext>
              </a:extLst>
            </p:cNvPr>
            <p:cNvSpPr/>
            <p:nvPr/>
          </p:nvSpPr>
          <p:spPr>
            <a:xfrm>
              <a:off x="13002927" y="6284521"/>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pPr algn="ctr"/>
              <a:endParaRPr lang="de-DE" sz="1200" dirty="0">
                <a:solidFill>
                  <a:schemeClr val="tx1"/>
                </a:solidFill>
              </a:endParaRPr>
            </a:p>
          </p:txBody>
        </p:sp>
        <p:sp>
          <p:nvSpPr>
            <p:cNvPr id="66" name="Rectangle: Rounded Corners 4">
              <a:extLst>
                <a:ext uri="{FF2B5EF4-FFF2-40B4-BE49-F238E27FC236}">
                  <a16:creationId xmlns:a16="http://schemas.microsoft.com/office/drawing/2014/main" id="{2A774F4A-389A-2D00-29B4-B7D0F39ADB41}"/>
                </a:ext>
              </a:extLst>
            </p:cNvPr>
            <p:cNvSpPr/>
            <p:nvPr/>
          </p:nvSpPr>
          <p:spPr>
            <a:xfrm>
              <a:off x="10470521" y="6295260"/>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sp>
          <p:nvSpPr>
            <p:cNvPr id="67" name="Rectangle: Rounded Corners 8">
              <a:extLst>
                <a:ext uri="{FF2B5EF4-FFF2-40B4-BE49-F238E27FC236}">
                  <a16:creationId xmlns:a16="http://schemas.microsoft.com/office/drawing/2014/main" id="{678C8565-0D2A-842B-DE03-3D97E9F37DFB}"/>
                </a:ext>
              </a:extLst>
            </p:cNvPr>
            <p:cNvSpPr/>
            <p:nvPr/>
          </p:nvSpPr>
          <p:spPr>
            <a:xfrm>
              <a:off x="7941190" y="6295260"/>
              <a:ext cx="2268000" cy="3168000"/>
            </a:xfrm>
            <a:prstGeom prst="roundRect">
              <a:avLst>
                <a:gd name="adj" fmla="val 10110"/>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endParaRPr lang="de-DE" dirty="0">
                <a:solidFill>
                  <a:schemeClr val="tx1"/>
                </a:solidFill>
              </a:endParaRPr>
            </a:p>
          </p:txBody>
        </p:sp>
      </p:grpSp>
      <p:grpSp>
        <p:nvGrpSpPr>
          <p:cNvPr id="56" name="Gruppieren 55">
            <a:extLst>
              <a:ext uri="{FF2B5EF4-FFF2-40B4-BE49-F238E27FC236}">
                <a16:creationId xmlns:a16="http://schemas.microsoft.com/office/drawing/2014/main" id="{0B772B76-C5CE-C763-5C2B-9E517A912200}"/>
              </a:ext>
            </a:extLst>
          </p:cNvPr>
          <p:cNvGrpSpPr/>
          <p:nvPr/>
        </p:nvGrpSpPr>
        <p:grpSpPr>
          <a:xfrm>
            <a:off x="982423" y="6940700"/>
            <a:ext cx="2268000" cy="3168000"/>
            <a:chOff x="426179" y="7498439"/>
            <a:chExt cx="2268000" cy="3168000"/>
          </a:xfrm>
        </p:grpSpPr>
        <p:grpSp>
          <p:nvGrpSpPr>
            <p:cNvPr id="79" name="Group 14">
              <a:extLst>
                <a:ext uri="{FF2B5EF4-FFF2-40B4-BE49-F238E27FC236}">
                  <a16:creationId xmlns:a16="http://schemas.microsoft.com/office/drawing/2014/main" id="{2683A089-F5E1-7DB6-03F4-B50B490C81FB}"/>
                </a:ext>
              </a:extLst>
            </p:cNvPr>
            <p:cNvGrpSpPr/>
            <p:nvPr/>
          </p:nvGrpSpPr>
          <p:grpSpPr>
            <a:xfrm>
              <a:off x="426179" y="7498439"/>
              <a:ext cx="2268000" cy="3168000"/>
              <a:chOff x="10162071" y="4150770"/>
              <a:chExt cx="2268000" cy="3168000"/>
            </a:xfrm>
          </p:grpSpPr>
          <p:sp>
            <p:nvSpPr>
              <p:cNvPr id="80" name="Rectangle: Rounded Corners 6">
                <a:extLst>
                  <a:ext uri="{FF2B5EF4-FFF2-40B4-BE49-F238E27FC236}">
                    <a16:creationId xmlns:a16="http://schemas.microsoft.com/office/drawing/2014/main" id="{BC87F11E-00A2-AFCE-C5E4-42A4DF4093A6}"/>
                  </a:ext>
                </a:extLst>
              </p:cNvPr>
              <p:cNvSpPr/>
              <p:nvPr/>
            </p:nvSpPr>
            <p:spPr>
              <a:xfrm>
                <a:off x="10162071" y="4150770"/>
                <a:ext cx="2268000" cy="3168000"/>
              </a:xfrm>
              <a:prstGeom prst="roundRect">
                <a:avLst>
                  <a:gd name="adj" fmla="val 10110"/>
                </a:avLst>
              </a:prstGeom>
              <a:solidFill>
                <a:srgbClr val="FDDBAB">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Dämmung</a:t>
                </a:r>
              </a:p>
            </p:txBody>
          </p:sp>
          <p:pic>
            <p:nvPicPr>
              <p:cNvPr id="81" name="Grafik 80">
                <a:extLst>
                  <a:ext uri="{FF2B5EF4-FFF2-40B4-BE49-F238E27FC236}">
                    <a16:creationId xmlns:a16="http://schemas.microsoft.com/office/drawing/2014/main" id="{02AFA037-16B5-8165-2A17-93A906B02889}"/>
                  </a:ext>
                </a:extLst>
              </p:cNvPr>
              <p:cNvPicPr>
                <a:picLocks noChangeAspect="1"/>
              </p:cNvPicPr>
              <p:nvPr/>
            </p:nvPicPr>
            <p:blipFill>
              <a:blip r:embed="rId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101512" y="5876917"/>
                <a:ext cx="1255080" cy="1255080"/>
              </a:xfrm>
              <a:prstGeom prst="rect">
                <a:avLst/>
              </a:prstGeom>
            </p:spPr>
          </p:pic>
          <p:sp>
            <p:nvSpPr>
              <p:cNvPr id="82" name="Textfeld 81">
                <a:extLst>
                  <a:ext uri="{FF2B5EF4-FFF2-40B4-BE49-F238E27FC236}">
                    <a16:creationId xmlns:a16="http://schemas.microsoft.com/office/drawing/2014/main" id="{8879EEE0-7DA7-6C22-06DB-16CE468E318D}"/>
                  </a:ext>
                </a:extLst>
              </p:cNvPr>
              <p:cNvSpPr txBox="1"/>
              <p:nvPr/>
            </p:nvSpPr>
            <p:spPr>
              <a:xfrm>
                <a:off x="10282159" y="4560848"/>
                <a:ext cx="1918363" cy="769441"/>
              </a:xfrm>
              <a:prstGeom prst="rect">
                <a:avLst/>
              </a:prstGeom>
              <a:noFill/>
            </p:spPr>
            <p:txBody>
              <a:bodyPr wrap="square" rtlCol="0">
                <a:spAutoFit/>
              </a:bodyPr>
              <a:lstStyle/>
              <a:p>
                <a:r>
                  <a:rPr lang="de-DE" sz="1100" dirty="0">
                    <a:solidFill>
                      <a:schemeClr val="tx1">
                        <a:lumMod val="75000"/>
                        <a:lumOff val="25000"/>
                      </a:schemeClr>
                    </a:solidFill>
                    <a:latin typeface="+mj-lt"/>
                  </a:rPr>
                  <a:t>Wer gut dämmt, muss weniger heizen ! Eine gut gedämmte Wand ist auch innen wärmer und damit komfortabler.</a:t>
                </a:r>
                <a:endParaRPr lang="de-AT" sz="1100" dirty="0">
                  <a:solidFill>
                    <a:schemeClr val="tx1">
                      <a:lumMod val="75000"/>
                      <a:lumOff val="25000"/>
                    </a:schemeClr>
                  </a:solidFill>
                  <a:latin typeface="+mj-lt"/>
                </a:endParaRPr>
              </a:p>
            </p:txBody>
          </p:sp>
        </p:grpSp>
        <p:sp>
          <p:nvSpPr>
            <p:cNvPr id="11" name="Textfeld 10">
              <a:extLst>
                <a:ext uri="{FF2B5EF4-FFF2-40B4-BE49-F238E27FC236}">
                  <a16:creationId xmlns:a16="http://schemas.microsoft.com/office/drawing/2014/main" id="{69A2628F-04CA-5319-8903-AC10709F0D72}"/>
                </a:ext>
              </a:extLst>
            </p:cNvPr>
            <p:cNvSpPr txBox="1"/>
            <p:nvPr/>
          </p:nvSpPr>
          <p:spPr>
            <a:xfrm>
              <a:off x="606921" y="8728023"/>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18" name="Picture 37">
              <a:extLst>
                <a:ext uri="{FF2B5EF4-FFF2-40B4-BE49-F238E27FC236}">
                  <a16:creationId xmlns:a16="http://schemas.microsoft.com/office/drawing/2014/main" id="{38357657-0FD3-B6A6-359B-64C24E142210}"/>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044945" y="9251434"/>
              <a:ext cx="455576" cy="473726"/>
            </a:xfrm>
            <a:prstGeom prst="rect">
              <a:avLst/>
            </a:prstGeom>
          </p:spPr>
        </p:pic>
        <p:pic>
          <p:nvPicPr>
            <p:cNvPr id="20" name="Grafik 39">
              <a:extLst>
                <a:ext uri="{FF2B5EF4-FFF2-40B4-BE49-F238E27FC236}">
                  <a16:creationId xmlns:a16="http://schemas.microsoft.com/office/drawing/2014/main" id="{883B1BDF-094C-1C74-777D-05153D1165F8}"/>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47928" y="9005022"/>
              <a:ext cx="473727" cy="473727"/>
            </a:xfrm>
            <a:prstGeom prst="rect">
              <a:avLst/>
            </a:prstGeom>
          </p:spPr>
        </p:pic>
        <p:pic>
          <p:nvPicPr>
            <p:cNvPr id="21" name="Picture 37">
              <a:extLst>
                <a:ext uri="{FF2B5EF4-FFF2-40B4-BE49-F238E27FC236}">
                  <a16:creationId xmlns:a16="http://schemas.microsoft.com/office/drawing/2014/main" id="{544AC728-5957-53D5-B8D6-FB04F8D92BE4}"/>
                </a:ext>
              </a:extLst>
            </p:cNvPr>
            <p:cNvPicPr>
              <a:picLocks noChangeAspect="1"/>
            </p:cNvPicPr>
            <p:nvPr/>
          </p:nvPicPr>
          <p:blipFill>
            <a:blip r:embed="rId4">
              <a:clrChange>
                <a:clrFrom>
                  <a:srgbClr val="FF66FF"/>
                </a:clrFrom>
                <a:clrTo>
                  <a:srgbClr val="FF66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653908" y="9485147"/>
              <a:ext cx="455576" cy="473726"/>
            </a:xfrm>
            <a:prstGeom prst="rect">
              <a:avLst/>
            </a:prstGeom>
          </p:spPr>
        </p:pic>
      </p:grpSp>
      <p:grpSp>
        <p:nvGrpSpPr>
          <p:cNvPr id="58" name="Gruppieren 57">
            <a:extLst>
              <a:ext uri="{FF2B5EF4-FFF2-40B4-BE49-F238E27FC236}">
                <a16:creationId xmlns:a16="http://schemas.microsoft.com/office/drawing/2014/main" id="{A8949D43-2F7F-FF12-3FA2-74DCB1C4AB2B}"/>
              </a:ext>
            </a:extLst>
          </p:cNvPr>
          <p:cNvGrpSpPr/>
          <p:nvPr/>
        </p:nvGrpSpPr>
        <p:grpSpPr>
          <a:xfrm>
            <a:off x="3487371" y="6940700"/>
            <a:ext cx="2268000" cy="3168000"/>
            <a:chOff x="2997676" y="7752037"/>
            <a:chExt cx="2268000" cy="3168000"/>
          </a:xfrm>
        </p:grpSpPr>
        <p:grpSp>
          <p:nvGrpSpPr>
            <p:cNvPr id="84" name="Group 32">
              <a:extLst>
                <a:ext uri="{FF2B5EF4-FFF2-40B4-BE49-F238E27FC236}">
                  <a16:creationId xmlns:a16="http://schemas.microsoft.com/office/drawing/2014/main" id="{D7CFB123-71DF-44BD-E8DA-0CF55AADA147}"/>
                </a:ext>
              </a:extLst>
            </p:cNvPr>
            <p:cNvGrpSpPr/>
            <p:nvPr/>
          </p:nvGrpSpPr>
          <p:grpSpPr>
            <a:xfrm>
              <a:off x="2997676" y="7752037"/>
              <a:ext cx="2268000" cy="3168000"/>
              <a:chOff x="11438717" y="6085988"/>
              <a:chExt cx="2268000" cy="3168000"/>
            </a:xfrm>
          </p:grpSpPr>
          <p:sp>
            <p:nvSpPr>
              <p:cNvPr id="85" name="Rectangle: Rounded Corners 8">
                <a:extLst>
                  <a:ext uri="{FF2B5EF4-FFF2-40B4-BE49-F238E27FC236}">
                    <a16:creationId xmlns:a16="http://schemas.microsoft.com/office/drawing/2014/main" id="{C91A5D9C-18AC-82D5-EA64-EB609B82F03D}"/>
                  </a:ext>
                </a:extLst>
              </p:cNvPr>
              <p:cNvSpPr/>
              <p:nvPr/>
            </p:nvSpPr>
            <p:spPr>
              <a:xfrm>
                <a:off x="11438717" y="6085988"/>
                <a:ext cx="2268000" cy="3168000"/>
              </a:xfrm>
              <a:prstGeom prst="roundRect">
                <a:avLst>
                  <a:gd name="adj" fmla="val 10110"/>
                </a:avLst>
              </a:prstGeom>
              <a:solidFill>
                <a:srgbClr val="F08E9D">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Wärmeerzeugung</a:t>
                </a:r>
              </a:p>
            </p:txBody>
          </p:sp>
          <p:pic>
            <p:nvPicPr>
              <p:cNvPr id="87" name="Grafik 86">
                <a:extLst>
                  <a:ext uri="{FF2B5EF4-FFF2-40B4-BE49-F238E27FC236}">
                    <a16:creationId xmlns:a16="http://schemas.microsoft.com/office/drawing/2014/main" id="{1B7A8294-CDF0-5D68-6D98-06B556174BB4}"/>
                  </a:ext>
                </a:extLst>
              </p:cNvPr>
              <p:cNvPicPr>
                <a:picLocks noChangeAspect="1"/>
              </p:cNvPicPr>
              <p:nvPr/>
            </p:nvPicPr>
            <p:blipFill>
              <a:blip r:embed="rId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913311" y="7846169"/>
                <a:ext cx="1255080" cy="1255080"/>
              </a:xfrm>
              <a:prstGeom prst="rect">
                <a:avLst/>
              </a:prstGeom>
            </p:spPr>
          </p:pic>
          <p:sp>
            <p:nvSpPr>
              <p:cNvPr id="88" name="Textfeld 87">
                <a:extLst>
                  <a:ext uri="{FF2B5EF4-FFF2-40B4-BE49-F238E27FC236}">
                    <a16:creationId xmlns:a16="http://schemas.microsoft.com/office/drawing/2014/main" id="{0593B75B-A6FC-F101-37EF-5004D95C39B4}"/>
                  </a:ext>
                </a:extLst>
              </p:cNvPr>
              <p:cNvSpPr txBox="1"/>
              <p:nvPr/>
            </p:nvSpPr>
            <p:spPr>
              <a:xfrm>
                <a:off x="11571487" y="6569532"/>
                <a:ext cx="2066222" cy="769441"/>
              </a:xfrm>
              <a:prstGeom prst="rect">
                <a:avLst/>
              </a:prstGeom>
              <a:noFill/>
            </p:spPr>
            <p:txBody>
              <a:bodyPr wrap="square" rtlCol="0">
                <a:spAutoFit/>
              </a:bodyPr>
              <a:lstStyle/>
              <a:p>
                <a:r>
                  <a:rPr lang="de-AT" sz="1100" dirty="0">
                    <a:solidFill>
                      <a:schemeClr val="tx1">
                        <a:lumMod val="75000"/>
                        <a:lumOff val="25000"/>
                      </a:schemeClr>
                    </a:solidFill>
                    <a:latin typeface="+mj-lt"/>
                  </a:rPr>
                  <a:t>Verschiedene Heizsysteme haben bei Emissionen, Kosten und Strombedarf jeweils Stärken und Schwächen</a:t>
                </a:r>
              </a:p>
            </p:txBody>
          </p:sp>
        </p:grpSp>
        <p:sp>
          <p:nvSpPr>
            <p:cNvPr id="12" name="Textfeld 11">
              <a:extLst>
                <a:ext uri="{FF2B5EF4-FFF2-40B4-BE49-F238E27FC236}">
                  <a16:creationId xmlns:a16="http://schemas.microsoft.com/office/drawing/2014/main" id="{869025DD-A137-FC03-1055-AF30421D4E9B}"/>
                </a:ext>
              </a:extLst>
            </p:cNvPr>
            <p:cNvSpPr txBox="1"/>
            <p:nvPr/>
          </p:nvSpPr>
          <p:spPr>
            <a:xfrm>
              <a:off x="3154697" y="8981621"/>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30" name="Grafik 29">
              <a:extLst>
                <a:ext uri="{FF2B5EF4-FFF2-40B4-BE49-F238E27FC236}">
                  <a16:creationId xmlns:a16="http://schemas.microsoft.com/office/drawing/2014/main" id="{632B3D06-4884-26D3-6C77-ED6F37607CAD}"/>
                </a:ext>
              </a:extLst>
            </p:cNvPr>
            <p:cNvPicPr>
              <a:picLocks noChangeAspect="1"/>
            </p:cNvPicPr>
            <p:nvPr/>
          </p:nvPicPr>
          <p:blipFill>
            <a:blip r:embed="rId7">
              <a:clrChange>
                <a:clrFrom>
                  <a:srgbClr val="FF66FF"/>
                </a:clrFrom>
                <a:clrTo>
                  <a:srgbClr val="FF66FF">
                    <a:alpha val="0"/>
                  </a:srgbClr>
                </a:clrTo>
              </a:clrChange>
            </a:blip>
            <a:stretch>
              <a:fillRect/>
            </a:stretch>
          </p:blipFill>
          <p:spPr>
            <a:xfrm>
              <a:off x="3587575" y="9883872"/>
              <a:ext cx="453055" cy="453055"/>
            </a:xfrm>
            <a:prstGeom prst="rect">
              <a:avLst/>
            </a:prstGeom>
          </p:spPr>
        </p:pic>
        <p:pic>
          <p:nvPicPr>
            <p:cNvPr id="31" name="Grafik 30">
              <a:extLst>
                <a:ext uri="{FF2B5EF4-FFF2-40B4-BE49-F238E27FC236}">
                  <a16:creationId xmlns:a16="http://schemas.microsoft.com/office/drawing/2014/main" id="{6FA32658-701E-C2BB-0D2B-BBC5CA416B64}"/>
                </a:ext>
              </a:extLst>
            </p:cNvPr>
            <p:cNvPicPr>
              <a:picLocks noChangeAspect="1"/>
            </p:cNvPicPr>
            <p:nvPr/>
          </p:nvPicPr>
          <p:blipFill>
            <a:blip r:embed="rId8">
              <a:clrChange>
                <a:clrFrom>
                  <a:srgbClr val="FF66FF"/>
                </a:clrFrom>
                <a:clrTo>
                  <a:srgbClr val="FF66FF">
                    <a:alpha val="0"/>
                  </a:srgbClr>
                </a:clrTo>
              </a:clrChange>
            </a:blip>
            <a:stretch>
              <a:fillRect/>
            </a:stretch>
          </p:blipFill>
          <p:spPr>
            <a:xfrm>
              <a:off x="3610351" y="9455872"/>
              <a:ext cx="453055" cy="453055"/>
            </a:xfrm>
            <a:prstGeom prst="rect">
              <a:avLst/>
            </a:prstGeom>
          </p:spPr>
        </p:pic>
        <p:pic>
          <p:nvPicPr>
            <p:cNvPr id="32" name="Grafik 31">
              <a:extLst>
                <a:ext uri="{FF2B5EF4-FFF2-40B4-BE49-F238E27FC236}">
                  <a16:creationId xmlns:a16="http://schemas.microsoft.com/office/drawing/2014/main" id="{AD1E5AB5-3D18-34A9-2DC4-06E9B47D4D98}"/>
                </a:ext>
              </a:extLst>
            </p:cNvPr>
            <p:cNvPicPr>
              <a:picLocks noChangeAspect="1"/>
            </p:cNvPicPr>
            <p:nvPr/>
          </p:nvPicPr>
          <p:blipFill>
            <a:blip r:embed="rId9">
              <a:clrChange>
                <a:clrFrom>
                  <a:srgbClr val="FF66FF"/>
                </a:clrFrom>
                <a:clrTo>
                  <a:srgbClr val="FF66FF">
                    <a:alpha val="0"/>
                  </a:srgbClr>
                </a:clrTo>
              </a:clrChange>
            </a:blip>
            <a:stretch>
              <a:fillRect/>
            </a:stretch>
          </p:blipFill>
          <p:spPr>
            <a:xfrm>
              <a:off x="3190750" y="9251355"/>
              <a:ext cx="453055" cy="453055"/>
            </a:xfrm>
            <a:prstGeom prst="rect">
              <a:avLst/>
            </a:prstGeom>
          </p:spPr>
        </p:pic>
        <p:pic>
          <p:nvPicPr>
            <p:cNvPr id="33" name="Grafik 32">
              <a:extLst>
                <a:ext uri="{FF2B5EF4-FFF2-40B4-BE49-F238E27FC236}">
                  <a16:creationId xmlns:a16="http://schemas.microsoft.com/office/drawing/2014/main" id="{2F55F2AF-A901-5C00-0F01-8B0DE5070A11}"/>
                </a:ext>
              </a:extLst>
            </p:cNvPr>
            <p:cNvPicPr>
              <a:picLocks noChangeAspect="1"/>
            </p:cNvPicPr>
            <p:nvPr/>
          </p:nvPicPr>
          <p:blipFill>
            <a:blip r:embed="rId10">
              <a:clrChange>
                <a:clrFrom>
                  <a:srgbClr val="FF66FF"/>
                </a:clrFrom>
                <a:clrTo>
                  <a:srgbClr val="FF66FF">
                    <a:alpha val="0"/>
                  </a:srgbClr>
                </a:clrTo>
              </a:clrChange>
            </a:blip>
            <a:stretch>
              <a:fillRect/>
            </a:stretch>
          </p:blipFill>
          <p:spPr>
            <a:xfrm>
              <a:off x="3195045" y="9698045"/>
              <a:ext cx="453055" cy="453055"/>
            </a:xfrm>
            <a:prstGeom prst="rect">
              <a:avLst/>
            </a:prstGeom>
          </p:spPr>
        </p:pic>
        <p:pic>
          <p:nvPicPr>
            <p:cNvPr id="34" name="Grafik 41">
              <a:extLst>
                <a:ext uri="{FF2B5EF4-FFF2-40B4-BE49-F238E27FC236}">
                  <a16:creationId xmlns:a16="http://schemas.microsoft.com/office/drawing/2014/main" id="{D25682BC-E2F0-44CC-85A4-A993301E50FD}"/>
                </a:ext>
              </a:extLst>
            </p:cNvPr>
            <p:cNvPicPr>
              <a:picLocks noChangeAspect="1"/>
            </p:cNvPicPr>
            <p:nvPr/>
          </p:nvPicPr>
          <p:blipFill>
            <a:blip r:embed="rId1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212208" y="10134400"/>
              <a:ext cx="421438" cy="438230"/>
            </a:xfrm>
            <a:prstGeom prst="rect">
              <a:avLst/>
            </a:prstGeom>
          </p:spPr>
        </p:pic>
      </p:grpSp>
      <p:grpSp>
        <p:nvGrpSpPr>
          <p:cNvPr id="55" name="Gruppieren 54">
            <a:extLst>
              <a:ext uri="{FF2B5EF4-FFF2-40B4-BE49-F238E27FC236}">
                <a16:creationId xmlns:a16="http://schemas.microsoft.com/office/drawing/2014/main" id="{71222254-4E15-3D31-88BD-200D647CB593}"/>
              </a:ext>
            </a:extLst>
          </p:cNvPr>
          <p:cNvGrpSpPr/>
          <p:nvPr/>
        </p:nvGrpSpPr>
        <p:grpSpPr>
          <a:xfrm>
            <a:off x="982423" y="3709243"/>
            <a:ext cx="2268000" cy="3168000"/>
            <a:chOff x="259708" y="4245830"/>
            <a:chExt cx="2268000" cy="3168000"/>
          </a:xfrm>
        </p:grpSpPr>
        <p:grpSp>
          <p:nvGrpSpPr>
            <p:cNvPr id="108" name="Group 16">
              <a:extLst>
                <a:ext uri="{FF2B5EF4-FFF2-40B4-BE49-F238E27FC236}">
                  <a16:creationId xmlns:a16="http://schemas.microsoft.com/office/drawing/2014/main" id="{FC357F11-E712-5434-6B29-6C462A8DA9BE}"/>
                </a:ext>
              </a:extLst>
            </p:cNvPr>
            <p:cNvGrpSpPr/>
            <p:nvPr/>
          </p:nvGrpSpPr>
          <p:grpSpPr>
            <a:xfrm>
              <a:off x="259708" y="4245830"/>
              <a:ext cx="2268000" cy="3168000"/>
              <a:chOff x="5342930" y="4133933"/>
              <a:chExt cx="2268000" cy="3168000"/>
            </a:xfrm>
          </p:grpSpPr>
          <p:sp>
            <p:nvSpPr>
              <p:cNvPr id="112" name="Rectangle: Rounded Corners 4">
                <a:extLst>
                  <a:ext uri="{FF2B5EF4-FFF2-40B4-BE49-F238E27FC236}">
                    <a16:creationId xmlns:a16="http://schemas.microsoft.com/office/drawing/2014/main" id="{990BCC2C-C040-0E15-3E0C-6B8A93743820}"/>
                  </a:ext>
                </a:extLst>
              </p:cNvPr>
              <p:cNvSpPr/>
              <p:nvPr/>
            </p:nvSpPr>
            <p:spPr>
              <a:xfrm>
                <a:off x="5342930" y="4133933"/>
                <a:ext cx="2268000" cy="3168000"/>
              </a:xfrm>
              <a:prstGeom prst="roundRect">
                <a:avLst>
                  <a:gd name="adj" fmla="val 10110"/>
                </a:avLst>
              </a:prstGeom>
              <a:solidFill>
                <a:srgbClr val="D3EDFA">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a:solidFill>
                      <a:schemeClr val="tx1"/>
                    </a:solidFill>
                  </a:rPr>
                  <a:t>Fenster</a:t>
                </a:r>
              </a:p>
            </p:txBody>
          </p:sp>
          <p:pic>
            <p:nvPicPr>
              <p:cNvPr id="113" name="Grafik 112">
                <a:extLst>
                  <a:ext uri="{FF2B5EF4-FFF2-40B4-BE49-F238E27FC236}">
                    <a16:creationId xmlns:a16="http://schemas.microsoft.com/office/drawing/2014/main" id="{3E992B92-30A8-C02F-A31E-B125FA7C02E8}"/>
                  </a:ext>
                </a:extLst>
              </p:cNvPr>
              <p:cNvPicPr>
                <a:picLocks noChangeAspect="1"/>
              </p:cNvPicPr>
              <p:nvPr/>
            </p:nvPicPr>
            <p:blipFill>
              <a:blip r:embed="rId12">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155244" y="5964413"/>
                <a:ext cx="1255080" cy="1255080"/>
              </a:xfrm>
              <a:prstGeom prst="rect">
                <a:avLst/>
              </a:prstGeom>
            </p:spPr>
          </p:pic>
          <p:sp>
            <p:nvSpPr>
              <p:cNvPr id="114" name="Textfeld 113">
                <a:extLst>
                  <a:ext uri="{FF2B5EF4-FFF2-40B4-BE49-F238E27FC236}">
                    <a16:creationId xmlns:a16="http://schemas.microsoft.com/office/drawing/2014/main" id="{C2D12619-05C4-298B-EBCC-301C523D0E65}"/>
                  </a:ext>
                </a:extLst>
              </p:cNvPr>
              <p:cNvSpPr txBox="1"/>
              <p:nvPr/>
            </p:nvSpPr>
            <p:spPr>
              <a:xfrm>
                <a:off x="5493347" y="4615463"/>
                <a:ext cx="1913294" cy="769441"/>
              </a:xfrm>
              <a:prstGeom prst="rect">
                <a:avLst/>
              </a:prstGeom>
              <a:noFill/>
            </p:spPr>
            <p:txBody>
              <a:bodyPr wrap="square" rtlCol="0">
                <a:spAutoFit/>
              </a:bodyPr>
              <a:lstStyle/>
              <a:p>
                <a:r>
                  <a:rPr lang="de-DE" sz="1100" dirty="0">
                    <a:solidFill>
                      <a:schemeClr val="tx1">
                        <a:lumMod val="75000"/>
                        <a:lumOff val="25000"/>
                      </a:schemeClr>
                    </a:solidFill>
                    <a:latin typeface="+mj-lt"/>
                  </a:rPr>
                  <a:t>Alte Fenster sind oft undicht und verlieren viel Wärme. Ein Tausch ist eine kostengünstige Maßnahme mit großem Effekt</a:t>
                </a:r>
                <a:endParaRPr lang="de-AT" sz="1100" dirty="0">
                  <a:solidFill>
                    <a:schemeClr val="tx1">
                      <a:lumMod val="75000"/>
                      <a:lumOff val="25000"/>
                    </a:schemeClr>
                  </a:solidFill>
                  <a:latin typeface="+mj-lt"/>
                </a:endParaRPr>
              </a:p>
            </p:txBody>
          </p:sp>
        </p:grpSp>
        <p:sp>
          <p:nvSpPr>
            <p:cNvPr id="9" name="Textfeld 8">
              <a:extLst>
                <a:ext uri="{FF2B5EF4-FFF2-40B4-BE49-F238E27FC236}">
                  <a16:creationId xmlns:a16="http://schemas.microsoft.com/office/drawing/2014/main" id="{48E3C57E-F46F-81B5-5E43-6658686C2DBD}"/>
                </a:ext>
              </a:extLst>
            </p:cNvPr>
            <p:cNvSpPr txBox="1"/>
            <p:nvPr/>
          </p:nvSpPr>
          <p:spPr>
            <a:xfrm>
              <a:off x="494214" y="5615892"/>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35" name="Grafik 39">
              <a:extLst>
                <a:ext uri="{FF2B5EF4-FFF2-40B4-BE49-F238E27FC236}">
                  <a16:creationId xmlns:a16="http://schemas.microsoft.com/office/drawing/2014/main" id="{5E6FD892-9DE9-7B12-38EB-1753D7E8AF95}"/>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449565" y="5931946"/>
              <a:ext cx="473727" cy="473727"/>
            </a:xfrm>
            <a:prstGeom prst="rect">
              <a:avLst/>
            </a:prstGeom>
          </p:spPr>
        </p:pic>
        <p:pic>
          <p:nvPicPr>
            <p:cNvPr id="36" name="Picture 37">
              <a:extLst>
                <a:ext uri="{FF2B5EF4-FFF2-40B4-BE49-F238E27FC236}">
                  <a16:creationId xmlns:a16="http://schemas.microsoft.com/office/drawing/2014/main" id="{A4B845DE-C455-0A64-E1DD-D62E3DC452C4}"/>
                </a:ext>
              </a:extLst>
            </p:cNvPr>
            <p:cNvPicPr>
              <a:picLocks noChangeAspect="1"/>
            </p:cNvPicPr>
            <p:nvPr/>
          </p:nvPicPr>
          <p:blipFill>
            <a:blip r:embed="rId4">
              <a:clrChange>
                <a:clrFrom>
                  <a:srgbClr val="FF66FF"/>
                </a:clrFrom>
                <a:clrTo>
                  <a:srgbClr val="FF66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464046" y="6382869"/>
              <a:ext cx="455576" cy="473726"/>
            </a:xfrm>
            <a:prstGeom prst="rect">
              <a:avLst/>
            </a:prstGeom>
          </p:spPr>
        </p:pic>
      </p:grpSp>
      <p:grpSp>
        <p:nvGrpSpPr>
          <p:cNvPr id="60" name="Gruppieren 59">
            <a:extLst>
              <a:ext uri="{FF2B5EF4-FFF2-40B4-BE49-F238E27FC236}">
                <a16:creationId xmlns:a16="http://schemas.microsoft.com/office/drawing/2014/main" id="{5B1070DB-E521-AF78-9C84-336F6C3434CD}"/>
              </a:ext>
            </a:extLst>
          </p:cNvPr>
          <p:cNvGrpSpPr/>
          <p:nvPr/>
        </p:nvGrpSpPr>
        <p:grpSpPr>
          <a:xfrm>
            <a:off x="8806997" y="4266983"/>
            <a:ext cx="2268000" cy="3168000"/>
            <a:chOff x="9018788" y="7276628"/>
            <a:chExt cx="2268000" cy="3168000"/>
          </a:xfrm>
        </p:grpSpPr>
        <p:grpSp>
          <p:nvGrpSpPr>
            <p:cNvPr id="74" name="Group 31">
              <a:extLst>
                <a:ext uri="{FF2B5EF4-FFF2-40B4-BE49-F238E27FC236}">
                  <a16:creationId xmlns:a16="http://schemas.microsoft.com/office/drawing/2014/main" id="{99ACDDF2-849E-2ADD-ED84-FFCD420590E4}"/>
                </a:ext>
              </a:extLst>
            </p:cNvPr>
            <p:cNvGrpSpPr/>
            <p:nvPr/>
          </p:nvGrpSpPr>
          <p:grpSpPr>
            <a:xfrm>
              <a:off x="9018788" y="7276628"/>
              <a:ext cx="2268000" cy="3168000"/>
              <a:chOff x="10871424" y="2437849"/>
              <a:chExt cx="2268000" cy="3168000"/>
            </a:xfrm>
          </p:grpSpPr>
          <p:sp>
            <p:nvSpPr>
              <p:cNvPr id="76" name="Rectangle: Rounded Corners 4">
                <a:extLst>
                  <a:ext uri="{FF2B5EF4-FFF2-40B4-BE49-F238E27FC236}">
                    <a16:creationId xmlns:a16="http://schemas.microsoft.com/office/drawing/2014/main" id="{69A3E80D-AF8F-6114-0262-8BCDC755C1C8}"/>
                  </a:ext>
                </a:extLst>
              </p:cNvPr>
              <p:cNvSpPr/>
              <p:nvPr/>
            </p:nvSpPr>
            <p:spPr>
              <a:xfrm>
                <a:off x="10871424" y="2437849"/>
                <a:ext cx="2268000" cy="3168000"/>
              </a:xfrm>
              <a:prstGeom prst="roundRect">
                <a:avLst>
                  <a:gd name="adj" fmla="val 10110"/>
                </a:avLst>
              </a:prstGeom>
              <a:solidFill>
                <a:srgbClr val="DAF2D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Zufriedenheit</a:t>
                </a:r>
              </a:p>
            </p:txBody>
          </p:sp>
          <p:pic>
            <p:nvPicPr>
              <p:cNvPr id="77" name="Grafik 76">
                <a:extLst>
                  <a:ext uri="{FF2B5EF4-FFF2-40B4-BE49-F238E27FC236}">
                    <a16:creationId xmlns:a16="http://schemas.microsoft.com/office/drawing/2014/main" id="{B05FA0EA-C788-610F-3EC5-2C8F1029C2C5}"/>
                  </a:ext>
                </a:extLst>
              </p:cNvPr>
              <p:cNvPicPr>
                <a:picLocks noChangeAspect="1"/>
              </p:cNvPicPr>
              <p:nvPr/>
            </p:nvPicPr>
            <p:blipFill>
              <a:blip r:embed="rId1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688270" y="4228113"/>
                <a:ext cx="1255080" cy="1255080"/>
              </a:xfrm>
              <a:prstGeom prst="rect">
                <a:avLst/>
              </a:prstGeom>
            </p:spPr>
          </p:pic>
          <p:sp>
            <p:nvSpPr>
              <p:cNvPr id="78" name="Textfeld 77">
                <a:extLst>
                  <a:ext uri="{FF2B5EF4-FFF2-40B4-BE49-F238E27FC236}">
                    <a16:creationId xmlns:a16="http://schemas.microsoft.com/office/drawing/2014/main" id="{17F1B70D-97CD-4F12-A207-3C7F38DC1E30}"/>
                  </a:ext>
                </a:extLst>
              </p:cNvPr>
              <p:cNvSpPr txBox="1"/>
              <p:nvPr/>
            </p:nvSpPr>
            <p:spPr>
              <a:xfrm>
                <a:off x="10999986" y="2926358"/>
                <a:ext cx="2139437" cy="1015663"/>
              </a:xfrm>
              <a:prstGeom prst="rect">
                <a:avLst/>
              </a:prstGeom>
              <a:noFill/>
            </p:spPr>
            <p:txBody>
              <a:bodyPr wrap="square" rtlCol="0">
                <a:spAutoFit/>
              </a:bodyPr>
              <a:lstStyle/>
              <a:p>
                <a:r>
                  <a:rPr lang="de-DE" sz="1200" dirty="0">
                    <a:solidFill>
                      <a:schemeClr val="tx1">
                        <a:lumMod val="75000"/>
                        <a:lumOff val="25000"/>
                      </a:schemeClr>
                    </a:solidFill>
                    <a:latin typeface="+mj-lt"/>
                  </a:rPr>
                  <a:t>Begrünung hilft bei Hitze, erhöht den Komfort und unterstützt die Biodiversität. </a:t>
                </a:r>
              </a:p>
              <a:p>
                <a:r>
                  <a:rPr lang="de-DE" sz="1200" dirty="0">
                    <a:solidFill>
                      <a:schemeClr val="tx1">
                        <a:lumMod val="75000"/>
                        <a:lumOff val="25000"/>
                      </a:schemeClr>
                    </a:solidFill>
                    <a:latin typeface="+mj-lt"/>
                  </a:rPr>
                  <a:t>Sie kann als Verschattung auch gegen </a:t>
                </a:r>
                <a:endParaRPr lang="de-AT" sz="1200" dirty="0">
                  <a:solidFill>
                    <a:schemeClr val="tx1">
                      <a:lumMod val="75000"/>
                      <a:lumOff val="25000"/>
                    </a:schemeClr>
                  </a:solidFill>
                  <a:latin typeface="+mj-lt"/>
                </a:endParaRPr>
              </a:p>
            </p:txBody>
          </p:sp>
        </p:grpSp>
        <p:sp>
          <p:nvSpPr>
            <p:cNvPr id="14" name="Textfeld 13">
              <a:extLst>
                <a:ext uri="{FF2B5EF4-FFF2-40B4-BE49-F238E27FC236}">
                  <a16:creationId xmlns:a16="http://schemas.microsoft.com/office/drawing/2014/main" id="{7691E619-EFE1-67B6-5E39-6D3B852D81EB}"/>
                </a:ext>
              </a:extLst>
            </p:cNvPr>
            <p:cNvSpPr txBox="1"/>
            <p:nvPr/>
          </p:nvSpPr>
          <p:spPr>
            <a:xfrm>
              <a:off x="9251808" y="8777449"/>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19" name="Picture 3">
              <a:extLst>
                <a:ext uri="{FF2B5EF4-FFF2-40B4-BE49-F238E27FC236}">
                  <a16:creationId xmlns:a16="http://schemas.microsoft.com/office/drawing/2014/main" id="{137E834C-87F7-EAFA-058B-BAB7BA06F563}"/>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156978" y="9051097"/>
              <a:ext cx="453055" cy="453055"/>
            </a:xfrm>
            <a:prstGeom prst="rect">
              <a:avLst/>
            </a:prstGeom>
          </p:spPr>
        </p:pic>
        <p:pic>
          <p:nvPicPr>
            <p:cNvPr id="38" name="Picture 37">
              <a:extLst>
                <a:ext uri="{FF2B5EF4-FFF2-40B4-BE49-F238E27FC236}">
                  <a16:creationId xmlns:a16="http://schemas.microsoft.com/office/drawing/2014/main" id="{65954CAB-BD0D-06B3-A95F-C26A9E43E277}"/>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163030" y="9476619"/>
              <a:ext cx="455576" cy="473726"/>
            </a:xfrm>
            <a:prstGeom prst="rect">
              <a:avLst/>
            </a:prstGeom>
          </p:spPr>
        </p:pic>
      </p:grpSp>
      <p:grpSp>
        <p:nvGrpSpPr>
          <p:cNvPr id="54" name="Gruppieren 53">
            <a:extLst>
              <a:ext uri="{FF2B5EF4-FFF2-40B4-BE49-F238E27FC236}">
                <a16:creationId xmlns:a16="http://schemas.microsoft.com/office/drawing/2014/main" id="{835B95BD-12F2-D652-7BF4-49BEE2E1A284}"/>
              </a:ext>
            </a:extLst>
          </p:cNvPr>
          <p:cNvGrpSpPr/>
          <p:nvPr/>
        </p:nvGrpSpPr>
        <p:grpSpPr>
          <a:xfrm>
            <a:off x="3487371" y="477787"/>
            <a:ext cx="2268000" cy="3168000"/>
            <a:chOff x="2782967" y="1056639"/>
            <a:chExt cx="2268000" cy="3168000"/>
          </a:xfrm>
        </p:grpSpPr>
        <p:sp>
          <p:nvSpPr>
            <p:cNvPr id="89" name="Rectangle: Rounded Corners 3">
              <a:extLst>
                <a:ext uri="{FF2B5EF4-FFF2-40B4-BE49-F238E27FC236}">
                  <a16:creationId xmlns:a16="http://schemas.microsoft.com/office/drawing/2014/main" id="{B2786EE9-C44F-EEE4-6EC4-CA0E64927447}"/>
                </a:ext>
              </a:extLst>
            </p:cNvPr>
            <p:cNvSpPr/>
            <p:nvPr/>
          </p:nvSpPr>
          <p:spPr>
            <a:xfrm>
              <a:off x="2782967" y="1056639"/>
              <a:ext cx="2268000" cy="3168000"/>
            </a:xfrm>
            <a:prstGeom prst="roundRect">
              <a:avLst>
                <a:gd name="adj" fmla="val 10110"/>
              </a:avLst>
            </a:prstGeom>
            <a:solidFill>
              <a:srgbClr val="F6AF79">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Dachnutzung</a:t>
              </a:r>
            </a:p>
          </p:txBody>
        </p:sp>
        <p:pic>
          <p:nvPicPr>
            <p:cNvPr id="90" name="Grafik 89">
              <a:extLst>
                <a:ext uri="{FF2B5EF4-FFF2-40B4-BE49-F238E27FC236}">
                  <a16:creationId xmlns:a16="http://schemas.microsoft.com/office/drawing/2014/main" id="{175FEBA4-A4A5-F9CA-AF70-C5DC0E77F3BC}"/>
                </a:ext>
              </a:extLst>
            </p:cNvPr>
            <p:cNvPicPr>
              <a:picLocks noChangeAspect="1"/>
            </p:cNvPicPr>
            <p:nvPr/>
          </p:nvPicPr>
          <p:blipFill>
            <a:blip r:embed="rId1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671862" y="2880968"/>
              <a:ext cx="1255080" cy="1255080"/>
            </a:xfrm>
            <a:prstGeom prst="rect">
              <a:avLst/>
            </a:prstGeom>
          </p:spPr>
        </p:pic>
        <p:sp>
          <p:nvSpPr>
            <p:cNvPr id="92" name="Textfeld 91">
              <a:extLst>
                <a:ext uri="{FF2B5EF4-FFF2-40B4-BE49-F238E27FC236}">
                  <a16:creationId xmlns:a16="http://schemas.microsoft.com/office/drawing/2014/main" id="{265DABB4-C853-24A8-70E8-C1C909588E64}"/>
                </a:ext>
              </a:extLst>
            </p:cNvPr>
            <p:cNvSpPr txBox="1"/>
            <p:nvPr/>
          </p:nvSpPr>
          <p:spPr>
            <a:xfrm>
              <a:off x="2908045" y="1585966"/>
              <a:ext cx="2017845" cy="1107996"/>
            </a:xfrm>
            <a:prstGeom prst="rect">
              <a:avLst/>
            </a:prstGeom>
            <a:noFill/>
          </p:spPr>
          <p:txBody>
            <a:bodyPr wrap="square" rtlCol="0">
              <a:spAutoFit/>
            </a:bodyPr>
            <a:lstStyle/>
            <a:p>
              <a:r>
                <a:rPr lang="de-DE" sz="1100" dirty="0">
                  <a:solidFill>
                    <a:schemeClr val="tx1">
                      <a:lumMod val="75000"/>
                      <a:lumOff val="25000"/>
                    </a:schemeClr>
                  </a:solidFill>
                  <a:latin typeface="+mj-lt"/>
                </a:rPr>
                <a:t>Viel Licht und Sonne bietet Potential für Terrasse, Gründach oder PV-Anlage ! Letztere produzieren Strom und sind auch in Kombination  mit den anderen möglich!</a:t>
              </a:r>
              <a:endParaRPr lang="de-AT" sz="1100" dirty="0">
                <a:solidFill>
                  <a:schemeClr val="tx1">
                    <a:lumMod val="75000"/>
                    <a:lumOff val="25000"/>
                  </a:schemeClr>
                </a:solidFill>
                <a:latin typeface="+mj-lt"/>
              </a:endParaRPr>
            </a:p>
          </p:txBody>
        </p:sp>
        <p:sp>
          <p:nvSpPr>
            <p:cNvPr id="8" name="Textfeld 7">
              <a:extLst>
                <a:ext uri="{FF2B5EF4-FFF2-40B4-BE49-F238E27FC236}">
                  <a16:creationId xmlns:a16="http://schemas.microsoft.com/office/drawing/2014/main" id="{BDF1851C-65E1-475D-0AD6-7D2C66A29BF2}"/>
                </a:ext>
              </a:extLst>
            </p:cNvPr>
            <p:cNvSpPr txBox="1"/>
            <p:nvPr/>
          </p:nvSpPr>
          <p:spPr>
            <a:xfrm>
              <a:off x="3017473" y="2591666"/>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45" name="Picture 68">
              <a:extLst>
                <a:ext uri="{FF2B5EF4-FFF2-40B4-BE49-F238E27FC236}">
                  <a16:creationId xmlns:a16="http://schemas.microsoft.com/office/drawing/2014/main" id="{36DC4B03-89F2-0A00-1465-974DEC4414B7}"/>
                </a:ext>
              </a:extLst>
            </p:cNvPr>
            <p:cNvPicPr>
              <a:picLocks noChangeAspect="1"/>
            </p:cNvPicPr>
            <p:nvPr/>
          </p:nvPicPr>
          <p:blipFill>
            <a:blip r:embed="rId1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943978" y="2853034"/>
              <a:ext cx="421438" cy="421438"/>
            </a:xfrm>
            <a:prstGeom prst="rect">
              <a:avLst/>
            </a:prstGeom>
          </p:spPr>
        </p:pic>
        <p:pic>
          <p:nvPicPr>
            <p:cNvPr id="46" name="Picture 3">
              <a:extLst>
                <a:ext uri="{FF2B5EF4-FFF2-40B4-BE49-F238E27FC236}">
                  <a16:creationId xmlns:a16="http://schemas.microsoft.com/office/drawing/2014/main" id="{6BE8F307-5F3F-51CC-7030-DC7C898127DF}"/>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327455" y="3042551"/>
              <a:ext cx="453055" cy="453055"/>
            </a:xfrm>
            <a:prstGeom prst="rect">
              <a:avLst/>
            </a:prstGeom>
          </p:spPr>
        </p:pic>
        <p:pic>
          <p:nvPicPr>
            <p:cNvPr id="47" name="Picture 37">
              <a:extLst>
                <a:ext uri="{FF2B5EF4-FFF2-40B4-BE49-F238E27FC236}">
                  <a16:creationId xmlns:a16="http://schemas.microsoft.com/office/drawing/2014/main" id="{9675BA7F-7D3D-3077-B08A-36B34DD4D317}"/>
                </a:ext>
              </a:extLst>
            </p:cNvPr>
            <p:cNvPicPr>
              <a:picLocks noChangeAspect="1"/>
            </p:cNvPicPr>
            <p:nvPr/>
          </p:nvPicPr>
          <p:blipFill>
            <a:blip r:embed="rId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2933605" y="3266962"/>
              <a:ext cx="455576" cy="473726"/>
            </a:xfrm>
            <a:prstGeom prst="rect">
              <a:avLst/>
            </a:prstGeom>
          </p:spPr>
        </p:pic>
      </p:grpSp>
      <p:grpSp>
        <p:nvGrpSpPr>
          <p:cNvPr id="53" name="Gruppieren 52">
            <a:extLst>
              <a:ext uri="{FF2B5EF4-FFF2-40B4-BE49-F238E27FC236}">
                <a16:creationId xmlns:a16="http://schemas.microsoft.com/office/drawing/2014/main" id="{CC6DC311-90F3-4CCB-A917-7283154CCF1A}"/>
              </a:ext>
            </a:extLst>
          </p:cNvPr>
          <p:cNvGrpSpPr/>
          <p:nvPr/>
        </p:nvGrpSpPr>
        <p:grpSpPr>
          <a:xfrm>
            <a:off x="982423" y="477787"/>
            <a:ext cx="2268000" cy="3168000"/>
            <a:chOff x="278406" y="1035526"/>
            <a:chExt cx="2268000" cy="3168000"/>
          </a:xfrm>
        </p:grpSpPr>
        <p:grpSp>
          <p:nvGrpSpPr>
            <p:cNvPr id="7" name="Gruppieren 6">
              <a:extLst>
                <a:ext uri="{FF2B5EF4-FFF2-40B4-BE49-F238E27FC236}">
                  <a16:creationId xmlns:a16="http://schemas.microsoft.com/office/drawing/2014/main" id="{BAE9A2EB-9968-3D60-8389-FBA8F36D3FC3}"/>
                </a:ext>
              </a:extLst>
            </p:cNvPr>
            <p:cNvGrpSpPr/>
            <p:nvPr/>
          </p:nvGrpSpPr>
          <p:grpSpPr>
            <a:xfrm>
              <a:off x="278406" y="1035526"/>
              <a:ext cx="2268000" cy="3168000"/>
              <a:chOff x="278406" y="1035526"/>
              <a:chExt cx="2268000" cy="3168000"/>
            </a:xfrm>
          </p:grpSpPr>
          <p:grpSp>
            <p:nvGrpSpPr>
              <p:cNvPr id="97" name="Group 10">
                <a:extLst>
                  <a:ext uri="{FF2B5EF4-FFF2-40B4-BE49-F238E27FC236}">
                    <a16:creationId xmlns:a16="http://schemas.microsoft.com/office/drawing/2014/main" id="{B5F36C94-236C-F21C-476D-9234410CAFFE}"/>
                  </a:ext>
                </a:extLst>
              </p:cNvPr>
              <p:cNvGrpSpPr/>
              <p:nvPr/>
            </p:nvGrpSpPr>
            <p:grpSpPr>
              <a:xfrm>
                <a:off x="278406" y="1035526"/>
                <a:ext cx="2268000" cy="3168000"/>
                <a:chOff x="5801795" y="264829"/>
                <a:chExt cx="2268000" cy="3168000"/>
              </a:xfrm>
            </p:grpSpPr>
            <p:sp>
              <p:nvSpPr>
                <p:cNvPr id="98" name="Rectangle: Rounded Corners 6">
                  <a:extLst>
                    <a:ext uri="{FF2B5EF4-FFF2-40B4-BE49-F238E27FC236}">
                      <a16:creationId xmlns:a16="http://schemas.microsoft.com/office/drawing/2014/main" id="{49DC9E0D-47C6-D4A8-6756-E32FC8CAC738}"/>
                    </a:ext>
                  </a:extLst>
                </p:cNvPr>
                <p:cNvSpPr/>
                <p:nvPr/>
              </p:nvSpPr>
              <p:spPr>
                <a:xfrm>
                  <a:off x="5801795" y="264829"/>
                  <a:ext cx="2268000" cy="3168000"/>
                </a:xfrm>
                <a:prstGeom prst="roundRect">
                  <a:avLst>
                    <a:gd name="adj" fmla="val 10110"/>
                  </a:avLst>
                </a:prstGeom>
                <a:solidFill>
                  <a:srgbClr val="9FD1EA">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Lüftung</a:t>
                  </a:r>
                </a:p>
              </p:txBody>
            </p:sp>
            <p:pic>
              <p:nvPicPr>
                <p:cNvPr id="99" name="Grafik 98">
                  <a:extLst>
                    <a:ext uri="{FF2B5EF4-FFF2-40B4-BE49-F238E27FC236}">
                      <a16:creationId xmlns:a16="http://schemas.microsoft.com/office/drawing/2014/main" id="{B5782659-93CA-0CA1-E0D0-59BCEF5513B4}"/>
                    </a:ext>
                  </a:extLst>
                </p:cNvPr>
                <p:cNvPicPr>
                  <a:picLocks noChangeAspect="1"/>
                </p:cNvPicPr>
                <p:nvPr/>
              </p:nvPicPr>
              <p:blipFill>
                <a:blip r:embed="rId17">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613564" y="2110271"/>
                  <a:ext cx="1255080" cy="1255080"/>
                </a:xfrm>
                <a:prstGeom prst="rect">
                  <a:avLst/>
                </a:prstGeom>
              </p:spPr>
            </p:pic>
            <p:sp>
              <p:nvSpPr>
                <p:cNvPr id="101" name="Textfeld 100">
                  <a:extLst>
                    <a:ext uri="{FF2B5EF4-FFF2-40B4-BE49-F238E27FC236}">
                      <a16:creationId xmlns:a16="http://schemas.microsoft.com/office/drawing/2014/main" id="{5C4D015A-B817-8E43-FDB2-BAFB4F299A34}"/>
                    </a:ext>
                  </a:extLst>
                </p:cNvPr>
                <p:cNvSpPr txBox="1"/>
                <p:nvPr/>
              </p:nvSpPr>
              <p:spPr>
                <a:xfrm>
                  <a:off x="5943386" y="748529"/>
                  <a:ext cx="1984818" cy="1107996"/>
                </a:xfrm>
                <a:prstGeom prst="rect">
                  <a:avLst/>
                </a:prstGeom>
                <a:noFill/>
              </p:spPr>
              <p:txBody>
                <a:bodyPr wrap="square" rtlCol="0">
                  <a:spAutoFit/>
                </a:bodyPr>
                <a:lstStyle/>
                <a:p>
                  <a:r>
                    <a:rPr lang="de-DE" sz="1100" dirty="0">
                      <a:solidFill>
                        <a:schemeClr val="tx1">
                          <a:lumMod val="75000"/>
                          <a:lumOff val="25000"/>
                        </a:schemeClr>
                      </a:solidFill>
                      <a:latin typeface="+mj-lt"/>
                    </a:rPr>
                    <a:t>Nicht zum Fenster rausheizen! Moderne Lüftungsanlagen können bis zu 80% der Luftwärme zurückgewinnen und schaffen auch bessere Raumluft.</a:t>
                  </a:r>
                  <a:endParaRPr lang="de-AT" sz="1100" dirty="0">
                    <a:solidFill>
                      <a:schemeClr val="tx1">
                        <a:lumMod val="75000"/>
                        <a:lumOff val="25000"/>
                      </a:schemeClr>
                    </a:solidFill>
                    <a:latin typeface="+mj-lt"/>
                  </a:endParaRPr>
                </a:p>
              </p:txBody>
            </p:sp>
          </p:grpSp>
          <p:sp>
            <p:nvSpPr>
              <p:cNvPr id="6" name="Textfeld 5">
                <a:extLst>
                  <a:ext uri="{FF2B5EF4-FFF2-40B4-BE49-F238E27FC236}">
                    <a16:creationId xmlns:a16="http://schemas.microsoft.com/office/drawing/2014/main" id="{43DB3AB2-FB2F-0966-6EA0-7B85531D1BAB}"/>
                  </a:ext>
                </a:extLst>
              </p:cNvPr>
              <p:cNvSpPr txBox="1"/>
              <p:nvPr/>
            </p:nvSpPr>
            <p:spPr>
              <a:xfrm>
                <a:off x="546267" y="2591994"/>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grpSp>
        <p:pic>
          <p:nvPicPr>
            <p:cNvPr id="48" name="Grafik 39">
              <a:extLst>
                <a:ext uri="{FF2B5EF4-FFF2-40B4-BE49-F238E27FC236}">
                  <a16:creationId xmlns:a16="http://schemas.microsoft.com/office/drawing/2014/main" id="{294DAC46-622F-0930-040E-E5B30FE6EB7A}"/>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407969" y="2875391"/>
              <a:ext cx="473727" cy="473727"/>
            </a:xfrm>
            <a:prstGeom prst="rect">
              <a:avLst/>
            </a:prstGeom>
          </p:spPr>
        </p:pic>
        <p:pic>
          <p:nvPicPr>
            <p:cNvPr id="49" name="Picture 3">
              <a:extLst>
                <a:ext uri="{FF2B5EF4-FFF2-40B4-BE49-F238E27FC236}">
                  <a16:creationId xmlns:a16="http://schemas.microsoft.com/office/drawing/2014/main" id="{0458F279-9D0D-B6E4-4D6D-681F775285EB}"/>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430336" y="3319916"/>
              <a:ext cx="453055" cy="453055"/>
            </a:xfrm>
            <a:prstGeom prst="rect">
              <a:avLst/>
            </a:prstGeom>
          </p:spPr>
        </p:pic>
      </p:grpSp>
      <p:grpSp>
        <p:nvGrpSpPr>
          <p:cNvPr id="57" name="Gruppieren 56">
            <a:extLst>
              <a:ext uri="{FF2B5EF4-FFF2-40B4-BE49-F238E27FC236}">
                <a16:creationId xmlns:a16="http://schemas.microsoft.com/office/drawing/2014/main" id="{6F496905-365B-DDBB-E561-519BAD0AAA26}"/>
              </a:ext>
            </a:extLst>
          </p:cNvPr>
          <p:cNvGrpSpPr/>
          <p:nvPr/>
        </p:nvGrpSpPr>
        <p:grpSpPr>
          <a:xfrm>
            <a:off x="3487371" y="3709243"/>
            <a:ext cx="2268000" cy="3168000"/>
            <a:chOff x="2764656" y="4330439"/>
            <a:chExt cx="2268000" cy="3168000"/>
          </a:xfrm>
        </p:grpSpPr>
        <p:grpSp>
          <p:nvGrpSpPr>
            <p:cNvPr id="102" name="Group 34">
              <a:extLst>
                <a:ext uri="{FF2B5EF4-FFF2-40B4-BE49-F238E27FC236}">
                  <a16:creationId xmlns:a16="http://schemas.microsoft.com/office/drawing/2014/main" id="{27BA236C-0920-5A86-DE5B-BBF4DE6B1066}"/>
                </a:ext>
              </a:extLst>
            </p:cNvPr>
            <p:cNvGrpSpPr/>
            <p:nvPr/>
          </p:nvGrpSpPr>
          <p:grpSpPr>
            <a:xfrm>
              <a:off x="2764656" y="4330439"/>
              <a:ext cx="2268000" cy="3168000"/>
              <a:chOff x="7539773" y="3712060"/>
              <a:chExt cx="2268000" cy="3168000"/>
            </a:xfrm>
          </p:grpSpPr>
          <p:sp>
            <p:nvSpPr>
              <p:cNvPr id="103" name="AutoShape 2" descr="Minimalistische Haus-Schnittansicht mit Stadtlandschaft">
                <a:extLst>
                  <a:ext uri="{FF2B5EF4-FFF2-40B4-BE49-F238E27FC236}">
                    <a16:creationId xmlns:a16="http://schemas.microsoft.com/office/drawing/2014/main" id="{63ABE217-8EDC-2BA1-841B-A7B722603E54}"/>
                  </a:ext>
                </a:extLst>
              </p:cNvPr>
              <p:cNvSpPr>
                <a:spLocks noChangeAspect="1" noChangeArrowheads="1"/>
              </p:cNvSpPr>
              <p:nvPr/>
            </p:nvSpPr>
            <p:spPr bwMode="auto">
              <a:xfrm>
                <a:off x="8570127" y="507942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04" name="AutoShape 4" descr="Minimalistische Haus-Schnittansicht mit Stadtlandschaft">
                <a:extLst>
                  <a:ext uri="{FF2B5EF4-FFF2-40B4-BE49-F238E27FC236}">
                    <a16:creationId xmlns:a16="http://schemas.microsoft.com/office/drawing/2014/main" id="{7EDE2043-BAE1-ABF0-24D3-35A5B8099391}"/>
                  </a:ext>
                </a:extLst>
              </p:cNvPr>
              <p:cNvSpPr>
                <a:spLocks noChangeAspect="1" noChangeArrowheads="1"/>
              </p:cNvSpPr>
              <p:nvPr/>
            </p:nvSpPr>
            <p:spPr bwMode="auto">
              <a:xfrm>
                <a:off x="8722527" y="523182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05" name="Rectangle: Rounded Corners 7">
                <a:extLst>
                  <a:ext uri="{FF2B5EF4-FFF2-40B4-BE49-F238E27FC236}">
                    <a16:creationId xmlns:a16="http://schemas.microsoft.com/office/drawing/2014/main" id="{C3341F15-679B-2795-17D5-150F8B32A214}"/>
                  </a:ext>
                </a:extLst>
              </p:cNvPr>
              <p:cNvSpPr/>
              <p:nvPr/>
            </p:nvSpPr>
            <p:spPr>
              <a:xfrm>
                <a:off x="7539773" y="3712060"/>
                <a:ext cx="2268000" cy="3168000"/>
              </a:xfrm>
              <a:prstGeom prst="roundRect">
                <a:avLst>
                  <a:gd name="adj" fmla="val 10110"/>
                </a:avLst>
              </a:prstGeom>
              <a:solidFill>
                <a:srgbClr val="F7BDD3">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Wärmeabgabe</a:t>
                </a:r>
              </a:p>
            </p:txBody>
          </p:sp>
          <p:pic>
            <p:nvPicPr>
              <p:cNvPr id="106" name="Grafik 105">
                <a:extLst>
                  <a:ext uri="{FF2B5EF4-FFF2-40B4-BE49-F238E27FC236}">
                    <a16:creationId xmlns:a16="http://schemas.microsoft.com/office/drawing/2014/main" id="{95123860-8AF3-74D1-6065-119B14A23566}"/>
                  </a:ext>
                </a:extLst>
              </p:cNvPr>
              <p:cNvPicPr>
                <a:picLocks noChangeAspect="1"/>
              </p:cNvPicPr>
              <p:nvPr/>
            </p:nvPicPr>
            <p:blipFill>
              <a:blip r:embed="rId18">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8452631" y="5446745"/>
                <a:ext cx="1255080" cy="1255080"/>
              </a:xfrm>
              <a:prstGeom prst="rect">
                <a:avLst/>
              </a:prstGeom>
            </p:spPr>
          </p:pic>
          <p:sp>
            <p:nvSpPr>
              <p:cNvPr id="107" name="Textfeld 106">
                <a:extLst>
                  <a:ext uri="{FF2B5EF4-FFF2-40B4-BE49-F238E27FC236}">
                    <a16:creationId xmlns:a16="http://schemas.microsoft.com/office/drawing/2014/main" id="{D71648D8-871E-4762-1511-CEF82AF4895A}"/>
                  </a:ext>
                </a:extLst>
              </p:cNvPr>
              <p:cNvSpPr txBox="1"/>
              <p:nvPr/>
            </p:nvSpPr>
            <p:spPr>
              <a:xfrm>
                <a:off x="7654721" y="4197294"/>
                <a:ext cx="2111087" cy="938719"/>
              </a:xfrm>
              <a:prstGeom prst="rect">
                <a:avLst/>
              </a:prstGeom>
              <a:noFill/>
            </p:spPr>
            <p:txBody>
              <a:bodyPr wrap="square" rtlCol="0">
                <a:spAutoFit/>
              </a:bodyPr>
              <a:lstStyle/>
              <a:p>
                <a:r>
                  <a:rPr lang="de-DE" sz="1100" dirty="0">
                    <a:solidFill>
                      <a:schemeClr val="tx1">
                        <a:lumMod val="75000"/>
                        <a:lumOff val="25000"/>
                      </a:schemeClr>
                    </a:solidFill>
                    <a:latin typeface="+mj-lt"/>
                  </a:rPr>
                  <a:t>Flächenheizsysteme schaffen Komfort und sind mit niedrigeren Temperaturen die idealen Partner für Wärmepumpen – Auch im Altbau. </a:t>
                </a:r>
                <a:endParaRPr lang="de-AT" sz="1100" dirty="0">
                  <a:solidFill>
                    <a:schemeClr val="tx1">
                      <a:lumMod val="75000"/>
                      <a:lumOff val="25000"/>
                    </a:schemeClr>
                  </a:solidFill>
                  <a:latin typeface="+mj-lt"/>
                </a:endParaRPr>
              </a:p>
            </p:txBody>
          </p:sp>
        </p:grpSp>
        <p:sp>
          <p:nvSpPr>
            <p:cNvPr id="10" name="Textfeld 9">
              <a:extLst>
                <a:ext uri="{FF2B5EF4-FFF2-40B4-BE49-F238E27FC236}">
                  <a16:creationId xmlns:a16="http://schemas.microsoft.com/office/drawing/2014/main" id="{5D40786F-B811-BEB8-50FD-EEBD3E80CE5D}"/>
                </a:ext>
              </a:extLst>
            </p:cNvPr>
            <p:cNvSpPr txBox="1"/>
            <p:nvPr/>
          </p:nvSpPr>
          <p:spPr>
            <a:xfrm>
              <a:off x="2999162" y="5691330"/>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37" name="Grafik 41">
              <a:extLst>
                <a:ext uri="{FF2B5EF4-FFF2-40B4-BE49-F238E27FC236}">
                  <a16:creationId xmlns:a16="http://schemas.microsoft.com/office/drawing/2014/main" id="{D32E980D-3FD5-E19E-BF3A-988B4D95256E}"/>
                </a:ext>
              </a:extLst>
            </p:cNvPr>
            <p:cNvPicPr>
              <a:picLocks noChangeAspect="1"/>
            </p:cNvPicPr>
            <p:nvPr/>
          </p:nvPicPr>
          <p:blipFill>
            <a:blip r:embed="rId1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019128" y="6079119"/>
              <a:ext cx="421438" cy="438230"/>
            </a:xfrm>
            <a:prstGeom prst="rect">
              <a:avLst/>
            </a:prstGeom>
          </p:spPr>
        </p:pic>
        <p:pic>
          <p:nvPicPr>
            <p:cNvPr id="50" name="Picture 3">
              <a:extLst>
                <a:ext uri="{FF2B5EF4-FFF2-40B4-BE49-F238E27FC236}">
                  <a16:creationId xmlns:a16="http://schemas.microsoft.com/office/drawing/2014/main" id="{22852044-3D56-E51F-9A3F-9525D6967D43}"/>
                </a:ext>
              </a:extLst>
            </p:cNvPr>
            <p:cNvPicPr>
              <a:picLocks noChangeAspect="1"/>
            </p:cNvPicPr>
            <p:nvPr/>
          </p:nvPicPr>
          <p:blipFill>
            <a:blip r:embed="rId1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3010147" y="6480185"/>
              <a:ext cx="453055" cy="453055"/>
            </a:xfrm>
            <a:prstGeom prst="rect">
              <a:avLst/>
            </a:prstGeom>
          </p:spPr>
        </p:pic>
      </p:grpSp>
      <p:grpSp>
        <p:nvGrpSpPr>
          <p:cNvPr id="59" name="Gruppieren 58">
            <a:extLst>
              <a:ext uri="{FF2B5EF4-FFF2-40B4-BE49-F238E27FC236}">
                <a16:creationId xmlns:a16="http://schemas.microsoft.com/office/drawing/2014/main" id="{78D98EDD-8680-3325-5FCC-D1FAA7F23FE9}"/>
              </a:ext>
            </a:extLst>
          </p:cNvPr>
          <p:cNvGrpSpPr/>
          <p:nvPr/>
        </p:nvGrpSpPr>
        <p:grpSpPr>
          <a:xfrm>
            <a:off x="6277666" y="4266983"/>
            <a:ext cx="2268000" cy="3168000"/>
            <a:chOff x="6277666" y="7397621"/>
            <a:chExt cx="2268000" cy="3168000"/>
          </a:xfrm>
        </p:grpSpPr>
        <p:grpSp>
          <p:nvGrpSpPr>
            <p:cNvPr id="93" name="Group 33">
              <a:extLst>
                <a:ext uri="{FF2B5EF4-FFF2-40B4-BE49-F238E27FC236}">
                  <a16:creationId xmlns:a16="http://schemas.microsoft.com/office/drawing/2014/main" id="{9D63C07F-7C3C-68BB-E2DE-856D37A4D60E}"/>
                </a:ext>
              </a:extLst>
            </p:cNvPr>
            <p:cNvGrpSpPr/>
            <p:nvPr/>
          </p:nvGrpSpPr>
          <p:grpSpPr>
            <a:xfrm>
              <a:off x="6277666" y="7397621"/>
              <a:ext cx="2268000" cy="3168000"/>
              <a:chOff x="5342930" y="7437817"/>
              <a:chExt cx="2268000" cy="3168000"/>
            </a:xfrm>
          </p:grpSpPr>
          <p:sp>
            <p:nvSpPr>
              <p:cNvPr id="94" name="Rectangle: Rounded Corners 8">
                <a:extLst>
                  <a:ext uri="{FF2B5EF4-FFF2-40B4-BE49-F238E27FC236}">
                    <a16:creationId xmlns:a16="http://schemas.microsoft.com/office/drawing/2014/main" id="{BB877932-A532-C17E-F050-1F38BA3AA467}"/>
                  </a:ext>
                </a:extLst>
              </p:cNvPr>
              <p:cNvSpPr/>
              <p:nvPr/>
            </p:nvSpPr>
            <p:spPr>
              <a:xfrm>
                <a:off x="5342930" y="7437817"/>
                <a:ext cx="2268000" cy="3168000"/>
              </a:xfrm>
              <a:prstGeom prst="roundRect">
                <a:avLst>
                  <a:gd name="adj" fmla="val 10110"/>
                </a:avLst>
              </a:prstGeom>
              <a:solidFill>
                <a:srgbClr val="9AA8CB">
                  <a:alpha val="49804"/>
                </a:srgb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r>
                  <a:rPr lang="de-DE" dirty="0">
                    <a:solidFill>
                      <a:schemeClr val="tx1"/>
                    </a:solidFill>
                  </a:rPr>
                  <a:t>Effizienz</a:t>
                </a:r>
              </a:p>
            </p:txBody>
          </p:sp>
          <p:pic>
            <p:nvPicPr>
              <p:cNvPr id="95" name="Grafik 94">
                <a:extLst>
                  <a:ext uri="{FF2B5EF4-FFF2-40B4-BE49-F238E27FC236}">
                    <a16:creationId xmlns:a16="http://schemas.microsoft.com/office/drawing/2014/main" id="{1A125A5A-FE5A-8E12-07B6-492C8B491AE6}"/>
                  </a:ext>
                </a:extLst>
              </p:cNvPr>
              <p:cNvPicPr>
                <a:picLocks noChangeAspect="1"/>
              </p:cNvPicPr>
              <p:nvPr/>
            </p:nvPicPr>
            <p:blipFill>
              <a:blip r:embed="rId19">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216102" y="9241524"/>
                <a:ext cx="1255080" cy="1255080"/>
              </a:xfrm>
              <a:prstGeom prst="rect">
                <a:avLst/>
              </a:prstGeom>
            </p:spPr>
          </p:pic>
          <p:sp>
            <p:nvSpPr>
              <p:cNvPr id="96" name="Textfeld 95">
                <a:extLst>
                  <a:ext uri="{FF2B5EF4-FFF2-40B4-BE49-F238E27FC236}">
                    <a16:creationId xmlns:a16="http://schemas.microsoft.com/office/drawing/2014/main" id="{F5C4CD3F-DEDC-6541-4CC6-C8868AE9235D}"/>
                  </a:ext>
                </a:extLst>
              </p:cNvPr>
              <p:cNvSpPr txBox="1"/>
              <p:nvPr/>
            </p:nvSpPr>
            <p:spPr>
              <a:xfrm>
                <a:off x="5486541" y="7921927"/>
                <a:ext cx="1984818" cy="1107996"/>
              </a:xfrm>
              <a:prstGeom prst="rect">
                <a:avLst/>
              </a:prstGeom>
              <a:noFill/>
            </p:spPr>
            <p:txBody>
              <a:bodyPr wrap="square" rtlCol="0">
                <a:spAutoFit/>
              </a:bodyPr>
              <a:lstStyle/>
              <a:p>
                <a:r>
                  <a:rPr lang="de-DE" sz="1100" dirty="0">
                    <a:solidFill>
                      <a:schemeClr val="tx1">
                        <a:lumMod val="75000"/>
                        <a:lumOff val="25000"/>
                      </a:schemeClr>
                    </a:solidFill>
                  </a:rPr>
                  <a:t>Es gibt viele Möglichkeiten Häuser energieeffizienter zu machen, und ihren Strom- oder Wärmeverbrauch zu reduzieren.</a:t>
                </a:r>
              </a:p>
              <a:p>
                <a:r>
                  <a:rPr lang="de-DE" sz="1100" dirty="0">
                    <a:solidFill>
                      <a:schemeClr val="tx1">
                        <a:lumMod val="75000"/>
                        <a:lumOff val="25000"/>
                      </a:schemeClr>
                    </a:solidFill>
                  </a:rPr>
                  <a:t>Häufige Effekte:</a:t>
                </a:r>
                <a:endParaRPr lang="de-AT" sz="1100" dirty="0">
                  <a:solidFill>
                    <a:schemeClr val="tx1">
                      <a:lumMod val="75000"/>
                      <a:lumOff val="25000"/>
                    </a:schemeClr>
                  </a:solidFill>
                </a:endParaRPr>
              </a:p>
            </p:txBody>
          </p:sp>
        </p:grpSp>
        <p:sp>
          <p:nvSpPr>
            <p:cNvPr id="13" name="Textfeld 12">
              <a:extLst>
                <a:ext uri="{FF2B5EF4-FFF2-40B4-BE49-F238E27FC236}">
                  <a16:creationId xmlns:a16="http://schemas.microsoft.com/office/drawing/2014/main" id="{E8B8C885-331B-DDBC-0BA4-E3501ED243A3}"/>
                </a:ext>
              </a:extLst>
            </p:cNvPr>
            <p:cNvSpPr txBox="1"/>
            <p:nvPr/>
          </p:nvSpPr>
          <p:spPr>
            <a:xfrm>
              <a:off x="6478834" y="8933165"/>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27" name="Picture 60">
              <a:extLst>
                <a:ext uri="{FF2B5EF4-FFF2-40B4-BE49-F238E27FC236}">
                  <a16:creationId xmlns:a16="http://schemas.microsoft.com/office/drawing/2014/main" id="{2DFE9CEA-4DB7-55CA-11A7-1F5F19E0CF80}"/>
                </a:ext>
              </a:extLst>
            </p:cNvPr>
            <p:cNvPicPr>
              <a:picLocks noChangeAspect="1"/>
            </p:cNvPicPr>
            <p:nvPr/>
          </p:nvPicPr>
          <p:blipFill>
            <a:blip r:embed="rId20">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456144" y="9195237"/>
              <a:ext cx="453055" cy="453055"/>
            </a:xfrm>
            <a:prstGeom prst="rect">
              <a:avLst/>
            </a:prstGeom>
          </p:spPr>
        </p:pic>
        <p:pic>
          <p:nvPicPr>
            <p:cNvPr id="51" name="Grafik 39">
              <a:extLst>
                <a:ext uri="{FF2B5EF4-FFF2-40B4-BE49-F238E27FC236}">
                  <a16:creationId xmlns:a16="http://schemas.microsoft.com/office/drawing/2014/main" id="{6F768086-64DA-DE19-1719-CBF31FC5BAED}"/>
                </a:ext>
              </a:extLst>
            </p:cNvPr>
            <p:cNvPicPr>
              <a:picLocks noChangeAspect="1"/>
            </p:cNvPicPr>
            <p:nvPr/>
          </p:nvPicPr>
          <p:blipFill>
            <a:blip r:embed="rId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850813" y="9421764"/>
              <a:ext cx="473727" cy="473727"/>
            </a:xfrm>
            <a:prstGeom prst="rect">
              <a:avLst/>
            </a:prstGeom>
          </p:spPr>
        </p:pic>
        <p:pic>
          <p:nvPicPr>
            <p:cNvPr id="52" name="Picture 68">
              <a:extLst>
                <a:ext uri="{FF2B5EF4-FFF2-40B4-BE49-F238E27FC236}">
                  <a16:creationId xmlns:a16="http://schemas.microsoft.com/office/drawing/2014/main" id="{EFF7EEA6-322D-E6F1-D9DD-D4B10574821D}"/>
                </a:ext>
              </a:extLst>
            </p:cNvPr>
            <p:cNvPicPr>
              <a:picLocks noChangeAspect="1"/>
            </p:cNvPicPr>
            <p:nvPr/>
          </p:nvPicPr>
          <p:blipFill>
            <a:blip r:embed="rId16">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6477365" y="9630912"/>
              <a:ext cx="421438" cy="421438"/>
            </a:xfrm>
            <a:prstGeom prst="rect">
              <a:avLst/>
            </a:prstGeom>
          </p:spPr>
        </p:pic>
      </p:grpSp>
      <p:pic>
        <p:nvPicPr>
          <p:cNvPr id="124" name="Grafik 123">
            <a:extLst>
              <a:ext uri="{FF2B5EF4-FFF2-40B4-BE49-F238E27FC236}">
                <a16:creationId xmlns:a16="http://schemas.microsoft.com/office/drawing/2014/main" id="{674ED6C2-BE71-3FD2-75D4-79C39EF32FF0}"/>
              </a:ext>
            </a:extLst>
          </p:cNvPr>
          <p:cNvPicPr>
            <a:picLocks noChangeAspect="1"/>
          </p:cNvPicPr>
          <p:nvPr/>
        </p:nvPicPr>
        <p:blipFill>
          <a:blip r:embed="rId21">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9585363" y="6056379"/>
            <a:ext cx="1309228" cy="1309228"/>
          </a:xfrm>
          <a:prstGeom prst="rect">
            <a:avLst/>
          </a:prstGeom>
        </p:spPr>
      </p:pic>
      <p:cxnSp>
        <p:nvCxnSpPr>
          <p:cNvPr id="126" name="Verbinder: gewinkelt 125">
            <a:extLst>
              <a:ext uri="{FF2B5EF4-FFF2-40B4-BE49-F238E27FC236}">
                <a16:creationId xmlns:a16="http://schemas.microsoft.com/office/drawing/2014/main" id="{BD12D682-F0B1-3113-86E3-ECF117A06440}"/>
              </a:ext>
            </a:extLst>
          </p:cNvPr>
          <p:cNvCxnSpPr/>
          <p:nvPr/>
        </p:nvCxnSpPr>
        <p:spPr>
          <a:xfrm rot="10800000" flipV="1">
            <a:off x="6870524" y="3526393"/>
            <a:ext cx="1073658" cy="355428"/>
          </a:xfrm>
          <a:prstGeom prst="bentConnector3">
            <a:avLst>
              <a:gd name="adj1" fmla="val 100019"/>
            </a:avLst>
          </a:prstGeom>
          <a:ln>
            <a:tailEnd type="triangle"/>
          </a:ln>
        </p:spPr>
        <p:style>
          <a:lnRef idx="2">
            <a:schemeClr val="dk1"/>
          </a:lnRef>
          <a:fillRef idx="0">
            <a:schemeClr val="dk1"/>
          </a:fillRef>
          <a:effectRef idx="1">
            <a:schemeClr val="dk1"/>
          </a:effectRef>
          <a:fontRef idx="minor">
            <a:schemeClr val="tx1"/>
          </a:fontRef>
        </p:style>
      </p:cxnSp>
      <p:cxnSp>
        <p:nvCxnSpPr>
          <p:cNvPr id="128" name="Verbinder: gewinkelt 127">
            <a:extLst>
              <a:ext uri="{FF2B5EF4-FFF2-40B4-BE49-F238E27FC236}">
                <a16:creationId xmlns:a16="http://schemas.microsoft.com/office/drawing/2014/main" id="{55D6E121-8893-EF68-3FAD-C2E5ABB480D8}"/>
              </a:ext>
            </a:extLst>
          </p:cNvPr>
          <p:cNvCxnSpPr>
            <a:cxnSpLocks/>
          </p:cNvCxnSpPr>
          <p:nvPr/>
        </p:nvCxnSpPr>
        <p:spPr>
          <a:xfrm>
            <a:off x="12771760" y="3488705"/>
            <a:ext cx="563323" cy="299810"/>
          </a:xfrm>
          <a:prstGeom prst="bentConnector3">
            <a:avLst>
              <a:gd name="adj1" fmla="val 101531"/>
            </a:avLst>
          </a:prstGeom>
          <a:ln>
            <a:tailEnd type="triangle"/>
          </a:ln>
        </p:spPr>
        <p:style>
          <a:lnRef idx="2">
            <a:schemeClr val="dk1"/>
          </a:lnRef>
          <a:fillRef idx="0">
            <a:schemeClr val="dk1"/>
          </a:fillRef>
          <a:effectRef idx="1">
            <a:schemeClr val="dk1"/>
          </a:effectRef>
          <a:fontRef idx="minor">
            <a:schemeClr val="tx1"/>
          </a:fontRef>
        </p:style>
      </p:cxnSp>
      <p:cxnSp>
        <p:nvCxnSpPr>
          <p:cNvPr id="133" name="Verbinder: gewinkelt 132">
            <a:extLst>
              <a:ext uri="{FF2B5EF4-FFF2-40B4-BE49-F238E27FC236}">
                <a16:creationId xmlns:a16="http://schemas.microsoft.com/office/drawing/2014/main" id="{F70B61E5-8798-8CC5-4FFB-853310ACAA50}"/>
              </a:ext>
            </a:extLst>
          </p:cNvPr>
          <p:cNvCxnSpPr>
            <a:cxnSpLocks/>
          </p:cNvCxnSpPr>
          <p:nvPr/>
        </p:nvCxnSpPr>
        <p:spPr>
          <a:xfrm rot="10800000">
            <a:off x="5892788" y="600075"/>
            <a:ext cx="136523" cy="94834"/>
          </a:xfrm>
          <a:prstGeom prst="bentConnector3">
            <a:avLst>
              <a:gd name="adj1" fmla="val 1162"/>
            </a:avLst>
          </a:prstGeom>
          <a:ln>
            <a:tailEnd type="triangle"/>
          </a:ln>
        </p:spPr>
        <p:style>
          <a:lnRef idx="2">
            <a:schemeClr val="dk1"/>
          </a:lnRef>
          <a:fillRef idx="0">
            <a:schemeClr val="dk1"/>
          </a:fillRef>
          <a:effectRef idx="1">
            <a:schemeClr val="dk1"/>
          </a:effectRef>
          <a:fontRef idx="minor">
            <a:schemeClr val="tx1"/>
          </a:fontRef>
        </p:style>
      </p:cxnSp>
      <p:cxnSp>
        <p:nvCxnSpPr>
          <p:cNvPr id="137" name="Verbinder: gewinkelt 136">
            <a:extLst>
              <a:ext uri="{FF2B5EF4-FFF2-40B4-BE49-F238E27FC236}">
                <a16:creationId xmlns:a16="http://schemas.microsoft.com/office/drawing/2014/main" id="{0CCA2238-0848-0739-782F-45434FF7BF7A}"/>
              </a:ext>
            </a:extLst>
          </p:cNvPr>
          <p:cNvCxnSpPr>
            <a:cxnSpLocks/>
          </p:cNvCxnSpPr>
          <p:nvPr/>
        </p:nvCxnSpPr>
        <p:spPr>
          <a:xfrm rot="5400000">
            <a:off x="3618306" y="5022975"/>
            <a:ext cx="4666826" cy="135717"/>
          </a:xfrm>
          <a:prstGeom prst="bentConnector3">
            <a:avLst>
              <a:gd name="adj1" fmla="val 100005"/>
            </a:avLst>
          </a:prstGeom>
          <a:ln>
            <a:tailEnd type="triangle"/>
          </a:ln>
        </p:spPr>
        <p:style>
          <a:lnRef idx="2">
            <a:schemeClr val="dk1"/>
          </a:lnRef>
          <a:fillRef idx="0">
            <a:schemeClr val="dk1"/>
          </a:fillRef>
          <a:effectRef idx="1">
            <a:schemeClr val="dk1"/>
          </a:effectRef>
          <a:fontRef idx="minor">
            <a:schemeClr val="tx1"/>
          </a:fontRef>
        </p:style>
      </p:cxnSp>
      <p:grpSp>
        <p:nvGrpSpPr>
          <p:cNvPr id="145" name="Gruppieren 144">
            <a:extLst>
              <a:ext uri="{FF2B5EF4-FFF2-40B4-BE49-F238E27FC236}">
                <a16:creationId xmlns:a16="http://schemas.microsoft.com/office/drawing/2014/main" id="{09EAD2DE-FF0A-F04B-6345-DD9779759CAC}"/>
              </a:ext>
            </a:extLst>
          </p:cNvPr>
          <p:cNvGrpSpPr/>
          <p:nvPr/>
        </p:nvGrpSpPr>
        <p:grpSpPr>
          <a:xfrm>
            <a:off x="11377507" y="4256244"/>
            <a:ext cx="2268000" cy="3168000"/>
            <a:chOff x="11600104" y="7288408"/>
            <a:chExt cx="2268000" cy="3168000"/>
          </a:xfrm>
        </p:grpSpPr>
        <p:sp>
          <p:nvSpPr>
            <p:cNvPr id="146" name="Rectangle: Rounded Corners 3">
              <a:extLst>
                <a:ext uri="{FF2B5EF4-FFF2-40B4-BE49-F238E27FC236}">
                  <a16:creationId xmlns:a16="http://schemas.microsoft.com/office/drawing/2014/main" id="{493B0761-22BC-08F8-7F98-7202F5A519B5}"/>
                </a:ext>
              </a:extLst>
            </p:cNvPr>
            <p:cNvSpPr/>
            <p:nvPr/>
          </p:nvSpPr>
          <p:spPr>
            <a:xfrm>
              <a:off x="11600104" y="7288408"/>
              <a:ext cx="2268000" cy="3168000"/>
            </a:xfrm>
            <a:prstGeom prst="roundRect">
              <a:avLst>
                <a:gd name="adj" fmla="val 10110"/>
              </a:avLst>
            </a:prstGeom>
            <a:solidFill>
              <a:srgbClr val="EAEEC0"/>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144000" tIns="108000" rIns="144000" rtlCol="0" anchor="t"/>
            <a:lstStyle/>
            <a:p>
              <a:pPr algn="ctr"/>
              <a:r>
                <a:rPr lang="de-DE">
                  <a:solidFill>
                    <a:schemeClr val="tx1"/>
                  </a:solidFill>
                </a:rPr>
                <a:t>Flexibilität</a:t>
              </a:r>
              <a:endParaRPr lang="de-DE" sz="1200">
                <a:solidFill>
                  <a:schemeClr val="tx1"/>
                </a:solidFill>
              </a:endParaRPr>
            </a:p>
          </p:txBody>
        </p:sp>
        <p:pic>
          <p:nvPicPr>
            <p:cNvPr id="147" name="Grafik 146">
              <a:extLst>
                <a:ext uri="{FF2B5EF4-FFF2-40B4-BE49-F238E27FC236}">
                  <a16:creationId xmlns:a16="http://schemas.microsoft.com/office/drawing/2014/main" id="{B8800670-641B-F9D0-5A52-FF80C176C166}"/>
                </a:ext>
              </a:extLst>
            </p:cNvPr>
            <p:cNvPicPr>
              <a:picLocks noChangeAspect="1"/>
            </p:cNvPicPr>
            <p:nvPr/>
          </p:nvPicPr>
          <p:blipFill>
            <a:blip r:embed="rId22">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2498650" y="9054859"/>
              <a:ext cx="1255080" cy="1255080"/>
            </a:xfrm>
            <a:prstGeom prst="rect">
              <a:avLst/>
            </a:prstGeom>
          </p:spPr>
        </p:pic>
        <p:sp>
          <p:nvSpPr>
            <p:cNvPr id="148" name="Textfeld 147">
              <a:extLst>
                <a:ext uri="{FF2B5EF4-FFF2-40B4-BE49-F238E27FC236}">
                  <a16:creationId xmlns:a16="http://schemas.microsoft.com/office/drawing/2014/main" id="{296D2881-E171-50EA-44D2-36F28AE0D651}"/>
                </a:ext>
              </a:extLst>
            </p:cNvPr>
            <p:cNvSpPr txBox="1"/>
            <p:nvPr/>
          </p:nvSpPr>
          <p:spPr>
            <a:xfrm>
              <a:off x="11664385" y="7761786"/>
              <a:ext cx="2139437" cy="830997"/>
            </a:xfrm>
            <a:prstGeom prst="rect">
              <a:avLst/>
            </a:prstGeom>
            <a:noFill/>
          </p:spPr>
          <p:txBody>
            <a:bodyPr wrap="square" rtlCol="0">
              <a:spAutoFit/>
            </a:bodyPr>
            <a:lstStyle/>
            <a:p>
              <a:r>
                <a:rPr lang="de-DE" sz="1200">
                  <a:solidFill>
                    <a:schemeClr val="tx1">
                      <a:lumMod val="75000"/>
                      <a:lumOff val="25000"/>
                    </a:schemeClr>
                  </a:solidFill>
                  <a:latin typeface="+mj-lt"/>
                </a:rPr>
                <a:t>Strom und Wärme dann zu nutzen, wenn gerade viel Erneuerbare vorhanden sind, spart Emissionen!</a:t>
              </a:r>
              <a:endParaRPr lang="de-AT" sz="1200">
                <a:solidFill>
                  <a:schemeClr val="tx1">
                    <a:lumMod val="75000"/>
                    <a:lumOff val="25000"/>
                  </a:schemeClr>
                </a:solidFill>
                <a:latin typeface="+mj-lt"/>
              </a:endParaRPr>
            </a:p>
          </p:txBody>
        </p:sp>
        <p:sp>
          <p:nvSpPr>
            <p:cNvPr id="149" name="Textfeld 148">
              <a:extLst>
                <a:ext uri="{FF2B5EF4-FFF2-40B4-BE49-F238E27FC236}">
                  <a16:creationId xmlns:a16="http://schemas.microsoft.com/office/drawing/2014/main" id="{B8CAF9B9-79F9-8CC9-2440-DB763C498D3D}"/>
                </a:ext>
              </a:extLst>
            </p:cNvPr>
            <p:cNvSpPr txBox="1"/>
            <p:nvPr/>
          </p:nvSpPr>
          <p:spPr>
            <a:xfrm>
              <a:off x="11664385" y="8756891"/>
              <a:ext cx="1798988" cy="276999"/>
            </a:xfrm>
            <a:prstGeom prst="rect">
              <a:avLst/>
            </a:prstGeom>
            <a:noFill/>
          </p:spPr>
          <p:txBody>
            <a:bodyPr wrap="square">
              <a:spAutoFit/>
            </a:bodyPr>
            <a:lstStyle/>
            <a:p>
              <a:r>
                <a:rPr lang="de-DE" sz="1200" u="sng" dirty="0">
                  <a:solidFill>
                    <a:schemeClr val="tx1">
                      <a:lumMod val="75000"/>
                      <a:lumOff val="25000"/>
                    </a:schemeClr>
                  </a:solidFill>
                  <a:latin typeface="+mj-lt"/>
                </a:rPr>
                <a:t>Typische Karten-Effekte: </a:t>
              </a:r>
            </a:p>
          </p:txBody>
        </p:sp>
        <p:pic>
          <p:nvPicPr>
            <p:cNvPr id="150" name="Picture 62">
              <a:extLst>
                <a:ext uri="{FF2B5EF4-FFF2-40B4-BE49-F238E27FC236}">
                  <a16:creationId xmlns:a16="http://schemas.microsoft.com/office/drawing/2014/main" id="{37605176-2879-4564-9595-502149975B2A}"/>
                </a:ext>
              </a:extLst>
            </p:cNvPr>
            <p:cNvPicPr>
              <a:picLocks noChangeAspect="1"/>
            </p:cNvPicPr>
            <p:nvPr/>
          </p:nvPicPr>
          <p:blipFill>
            <a:blip r:embed="rId23">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759910" y="9096818"/>
              <a:ext cx="453055" cy="453055"/>
            </a:xfrm>
            <a:prstGeom prst="rect">
              <a:avLst/>
            </a:prstGeom>
          </p:spPr>
        </p:pic>
      </p:grpSp>
      <p:pic>
        <p:nvPicPr>
          <p:cNvPr id="151" name="Picture 50">
            <a:extLst>
              <a:ext uri="{FF2B5EF4-FFF2-40B4-BE49-F238E27FC236}">
                <a16:creationId xmlns:a16="http://schemas.microsoft.com/office/drawing/2014/main" id="{B097360F-CB16-B855-E3A6-F424F189A864}"/>
              </a:ext>
            </a:extLst>
          </p:cNvPr>
          <p:cNvPicPr>
            <a:picLocks noChangeAspect="1"/>
          </p:cNvPicPr>
          <p:nvPr/>
        </p:nvPicPr>
        <p:blipFill>
          <a:blip r:embed="rId24">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1585791" y="6556205"/>
            <a:ext cx="295263" cy="295263"/>
          </a:xfrm>
          <a:prstGeom prst="rect">
            <a:avLst/>
          </a:prstGeom>
        </p:spPr>
      </p:pic>
      <p:sp>
        <p:nvSpPr>
          <p:cNvPr id="152" name="Textfeld 151">
            <a:extLst>
              <a:ext uri="{FF2B5EF4-FFF2-40B4-BE49-F238E27FC236}">
                <a16:creationId xmlns:a16="http://schemas.microsoft.com/office/drawing/2014/main" id="{C09B9648-1901-F511-1B62-5511795732A4}"/>
              </a:ext>
            </a:extLst>
          </p:cNvPr>
          <p:cNvSpPr txBox="1"/>
          <p:nvPr/>
        </p:nvSpPr>
        <p:spPr>
          <a:xfrm>
            <a:off x="11808960" y="6482037"/>
            <a:ext cx="1413682" cy="430887"/>
          </a:xfrm>
          <a:prstGeom prst="rect">
            <a:avLst/>
          </a:prstGeom>
          <a:noFill/>
        </p:spPr>
        <p:txBody>
          <a:bodyPr wrap="square">
            <a:spAutoFit/>
          </a:bodyPr>
          <a:lstStyle/>
          <a:p>
            <a:r>
              <a:rPr lang="de-DE" sz="1100" dirty="0">
                <a:solidFill>
                  <a:schemeClr val="tx1">
                    <a:lumMod val="75000"/>
                    <a:lumOff val="25000"/>
                  </a:schemeClr>
                </a:solidFill>
                <a:latin typeface="+mj-lt"/>
              </a:rPr>
              <a:t>Kostenfreie Maßnahmen</a:t>
            </a:r>
            <a:endParaRPr lang="de-DE" sz="1100" dirty="0"/>
          </a:p>
        </p:txBody>
      </p:sp>
      <p:sp>
        <p:nvSpPr>
          <p:cNvPr id="154" name="Textfeld 153">
            <a:extLst>
              <a:ext uri="{FF2B5EF4-FFF2-40B4-BE49-F238E27FC236}">
                <a16:creationId xmlns:a16="http://schemas.microsoft.com/office/drawing/2014/main" id="{6F0ED34F-C3AE-124E-3C80-73EC6D3B9E05}"/>
              </a:ext>
            </a:extLst>
          </p:cNvPr>
          <p:cNvSpPr txBox="1"/>
          <p:nvPr/>
        </p:nvSpPr>
        <p:spPr>
          <a:xfrm>
            <a:off x="1514157" y="9377053"/>
            <a:ext cx="1413682" cy="430887"/>
          </a:xfrm>
          <a:prstGeom prst="rect">
            <a:avLst/>
          </a:prstGeom>
          <a:noFill/>
        </p:spPr>
        <p:txBody>
          <a:bodyPr wrap="square">
            <a:spAutoFit/>
          </a:bodyPr>
          <a:lstStyle/>
          <a:p>
            <a:r>
              <a:rPr lang="de-DE" sz="1100" dirty="0">
                <a:solidFill>
                  <a:schemeClr val="tx1">
                    <a:lumMod val="75000"/>
                    <a:lumOff val="25000"/>
                  </a:schemeClr>
                </a:solidFill>
                <a:latin typeface="+mj-lt"/>
              </a:rPr>
              <a:t>Teuer aber Wirkungsvoll</a:t>
            </a:r>
            <a:endParaRPr lang="de-DE" sz="1100" dirty="0"/>
          </a:p>
        </p:txBody>
      </p:sp>
      <p:sp>
        <p:nvSpPr>
          <p:cNvPr id="155" name="Ellipse 154">
            <a:extLst>
              <a:ext uri="{FF2B5EF4-FFF2-40B4-BE49-F238E27FC236}">
                <a16:creationId xmlns:a16="http://schemas.microsoft.com/office/drawing/2014/main" id="{E6260934-81DD-CA0F-B418-5733CCB1308F}"/>
              </a:ext>
            </a:extLst>
          </p:cNvPr>
          <p:cNvSpPr/>
          <p:nvPr/>
        </p:nvSpPr>
        <p:spPr>
          <a:xfrm>
            <a:off x="1266958" y="9415073"/>
            <a:ext cx="336038" cy="336038"/>
          </a:xfrm>
          <a:prstGeom prst="ellipse">
            <a:avLst/>
          </a:prstGeom>
          <a:solidFill>
            <a:srgbClr val="FFC9C9"/>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de-DE">
              <a:solidFill>
                <a:sysClr val="windowText" lastClr="000000"/>
              </a:solidFill>
            </a:endParaRPr>
          </a:p>
        </p:txBody>
      </p:sp>
      <p:pic>
        <p:nvPicPr>
          <p:cNvPr id="156" name="Picture 6">
            <a:extLst>
              <a:ext uri="{FF2B5EF4-FFF2-40B4-BE49-F238E27FC236}">
                <a16:creationId xmlns:a16="http://schemas.microsoft.com/office/drawing/2014/main" id="{4EA88DCB-4675-C73D-2C66-2F3F965CD720}"/>
              </a:ext>
            </a:extLst>
          </p:cNvPr>
          <p:cNvPicPr>
            <a:picLocks noChangeAspect="1"/>
          </p:cNvPicPr>
          <p:nvPr/>
        </p:nvPicPr>
        <p:blipFill>
          <a:blip r:embed="rId25">
            <a:clrChange>
              <a:clrFrom>
                <a:srgbClr val="FF66FF"/>
              </a:clrFrom>
              <a:clrTo>
                <a:srgbClr val="FF66FF">
                  <a:alpha val="0"/>
                </a:srgbClr>
              </a:clrTo>
            </a:clrChange>
            <a:extLst>
              <a:ext uri="{28A0092B-C50C-407E-A947-70E740481C1C}">
                <a14:useLocalDpi xmlns:a14="http://schemas.microsoft.com/office/drawing/2010/main" val="0"/>
              </a:ext>
            </a:extLst>
          </a:blip>
          <a:stretch>
            <a:fillRect/>
          </a:stretch>
        </p:blipFill>
        <p:spPr>
          <a:xfrm>
            <a:off x="1283715" y="9408577"/>
            <a:ext cx="285705" cy="285705"/>
          </a:xfrm>
          <a:prstGeom prst="rect">
            <a:avLst/>
          </a:prstGeom>
        </p:spPr>
      </p:pic>
    </p:spTree>
    <p:extLst>
      <p:ext uri="{BB962C8B-B14F-4D97-AF65-F5344CB8AC3E}">
        <p14:creationId xmlns:p14="http://schemas.microsoft.com/office/powerpoint/2010/main" val="2106045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solidFill>
            <a:schemeClr val="tx1"/>
          </a:solidFill>
        </a:ln>
      </a:spPr>
      <a:bodyPr lIns="0" tIns="0" rIns="0" bIns="0" rtlCol="0" anchor="ctr"/>
      <a:lstStyle>
        <a:defPPr algn="ctr">
          <a:defRPr dirty="0">
            <a:solidFill>
              <a:sysClr val="windowText" lastClr="000000"/>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6b62d7a-dd09-46e4-b53c-18efd117aad1">
      <Terms xmlns="http://schemas.microsoft.com/office/infopath/2007/PartnerControls"/>
    </lcf76f155ced4ddcb4097134ff3c332f>
    <TaxCatchAll xmlns="af56a8d8-8409-452c-af23-431516952e3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56771D67E9AD9A479B2DB2075AB77E1A" ma:contentTypeVersion="16" ma:contentTypeDescription="Ein neues Dokument erstellen." ma:contentTypeScope="" ma:versionID="41a1a0edc924dd6ac7ec2eadc95eb735">
  <xsd:schema xmlns:xsd="http://www.w3.org/2001/XMLSchema" xmlns:xs="http://www.w3.org/2001/XMLSchema" xmlns:p="http://schemas.microsoft.com/office/2006/metadata/properties" xmlns:ns2="a6b62d7a-dd09-46e4-b53c-18efd117aad1" xmlns:ns3="af56a8d8-8409-452c-af23-431516952e37" targetNamespace="http://schemas.microsoft.com/office/2006/metadata/properties" ma:root="true" ma:fieldsID="60f56773215438a58a33db1de9fa6f09" ns2:_="" ns3:_="">
    <xsd:import namespace="a6b62d7a-dd09-46e4-b53c-18efd117aad1"/>
    <xsd:import namespace="af56a8d8-8409-452c-af23-431516952e3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b62d7a-dd09-46e4-b53c-18efd117aa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e635386d-4e9f-4f60-8e77-bf8228f41c1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f56a8d8-8409-452c-af23-431516952e37"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TaxCatchAll" ma:index="16" nillable="true" ma:displayName="Taxonomy Catch All Column" ma:hidden="true" ma:list="{88958c5b-70da-488d-893d-584e409d922e}" ma:internalName="TaxCatchAll" ma:showField="CatchAllData" ma:web="af56a8d8-8409-452c-af23-431516952e3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5BCE2E-06EE-44CD-83EF-7CDF3C062F27}">
  <ds:schemaRefs>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http://purl.org/dc/dcmitype/"/>
    <ds:schemaRef ds:uri="http://purl.org/dc/terms/"/>
    <ds:schemaRef ds:uri="af56a8d8-8409-452c-af23-431516952e37"/>
    <ds:schemaRef ds:uri="http://schemas.microsoft.com/office/2006/documentManagement/types"/>
    <ds:schemaRef ds:uri="a6b62d7a-dd09-46e4-b53c-18efd117aad1"/>
    <ds:schemaRef ds:uri="http://purl.org/dc/elements/1.1/"/>
  </ds:schemaRefs>
</ds:datastoreItem>
</file>

<file path=customXml/itemProps2.xml><?xml version="1.0" encoding="utf-8"?>
<ds:datastoreItem xmlns:ds="http://schemas.openxmlformats.org/officeDocument/2006/customXml" ds:itemID="{7E4D3237-31E1-4C03-B399-9056A78AEC6B}">
  <ds:schemaRefs>
    <ds:schemaRef ds:uri="a6b62d7a-dd09-46e4-b53c-18efd117aad1"/>
    <ds:schemaRef ds:uri="af56a8d8-8409-452c-af23-431516952e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5AC0CE0-7358-438E-BAE1-D6E1FDC563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2232</Words>
  <Application>Microsoft Office PowerPoint</Application>
  <PresentationFormat>Custom</PresentationFormat>
  <Paragraphs>840</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Shruti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Verweyen</dc:creator>
  <cp:lastModifiedBy>Thomas Verweyen</cp:lastModifiedBy>
  <cp:revision>3</cp:revision>
  <cp:lastPrinted>2026-08-10T16:32:28Z</cp:lastPrinted>
  <dcterms:created xsi:type="dcterms:W3CDTF">2026-04-11T13:36:09Z</dcterms:created>
  <dcterms:modified xsi:type="dcterms:W3CDTF">2026-08-12T10:54:13Z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0x01010056771D67E9AD9A479B2DB2075AB77E1A</vt:lpwstr>
  </property>
  <property fmtid="{D5CDD505-2E9C-101B-9397-08002B2CF9AE}" pid="3" name="MediaServiceImageTags">
    <vt:lpwstr/>
  </property>
</Properties>
</file>